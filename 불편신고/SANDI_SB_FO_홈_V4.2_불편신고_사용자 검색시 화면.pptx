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7"/>
  </p:notesMasterIdLst>
  <p:sldIdLst>
    <p:sldId id="404" r:id="rId5"/>
    <p:sldId id="403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867" userDrawn="1">
          <p15:clr>
            <a:srgbClr val="A4A3A4"/>
          </p15:clr>
        </p15:guide>
        <p15:guide id="5" pos="1912" userDrawn="1">
          <p15:clr>
            <a:srgbClr val="A4A3A4"/>
          </p15:clr>
        </p15:guide>
        <p15:guide id="6" pos="665" userDrawn="1">
          <p15:clr>
            <a:srgbClr val="A4A3A4"/>
          </p15:clr>
        </p15:guide>
        <p15:guide id="7" pos="495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91078"/>
    <a:srgbClr val="FAFAFA"/>
    <a:srgbClr val="EEF8FB"/>
    <a:srgbClr val="F5F7FA"/>
    <a:srgbClr val="F3F3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3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1836" y="72"/>
      </p:cViewPr>
      <p:guideLst>
        <p:guide orient="horz" pos="2183"/>
        <p:guide pos="3840"/>
        <p:guide orient="horz" pos="867"/>
        <p:guide pos="1912"/>
        <p:guide pos="665"/>
        <p:guide pos="495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4479B9-E643-47FF-B828-CAE46004F58D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AD6AD4-3FC1-4AEC-A8D2-16A34924E3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37450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30D89A-403E-95A1-E2B0-B49F66A80A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2B8393E-363B-BBF1-CB68-72351B95C2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9D9664D-6329-EF46-64DE-FA0AFB73FB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A4D749A-998D-D226-D4D0-3D3158B744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AD6AD4-3FC1-4AEC-A8D2-16A34924E3FB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75001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30D89A-403E-95A1-E2B0-B49F66A80A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2B8393E-363B-BBF1-CB68-72351B95C2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9D9664D-6329-EF46-64DE-FA0AFB73FB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A4D749A-998D-D226-D4D0-3D3158B744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AD6AD4-3FC1-4AEC-A8D2-16A34924E3FB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56226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274688-93B4-5901-6E27-8C2B06681E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7E2D355-7C4A-1972-14BB-1C343707C0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430D2CE-6A8B-9F00-5637-430CC46CF1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F1A98-49E9-49A4-BF28-AAFBE94BA6DE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4F8434F-DCF7-83EC-2AFD-79DD693A3A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5C2FEAD-5160-EF2C-FFF3-73C036855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8BF1A-1674-4411-A9ED-97A70552F0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64985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503819-C004-0F0A-C167-FD1AC0B0D4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88CE0E-C754-2F37-43F5-C1B11553C8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9783B80-04EE-0A8C-4650-2AB5276D2F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F1A98-49E9-49A4-BF28-AAFBE94BA6DE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7CFB135-B647-E333-744A-D7D553000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6ACC298-0E20-ABC5-EEB4-84AAAC890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8BF1A-1674-4411-A9ED-97A70552F0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89504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67E0F7-8DFC-23D9-981A-4E6112B9A2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CE0A364-2D7E-3521-74FC-CB06169B23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16FDEF1-DC22-F25A-8EFD-842EB48224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F1A98-49E9-49A4-BF28-AAFBE94BA6DE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E8F926B-6953-DEE1-6000-C78C8512E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1D29D85-FBA3-0C9B-E2CA-16B5A4466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8BF1A-1674-4411-A9ED-97A70552F0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91446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E5B825-30B8-31C5-4C56-C1717BE3DE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D09ACBE-2179-FDCB-A64B-40A512F9F1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0284C41-5C0E-F795-E283-0ECDAA3BD2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894ED1E-E426-2DC9-CD8A-A8AE95739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F1A98-49E9-49A4-BF28-AAFBE94BA6DE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847F3C0-2D20-CBBD-F36C-C576FB13D8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4DA0E04-178A-6D7A-4DAA-B2EF9622B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8BF1A-1674-4411-A9ED-97A70552F0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00406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D80D16-7AFE-86D5-58CF-626482248E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C57349C-9D50-3B07-3A99-30A097B46A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ED9BAAE-4675-582A-8547-0298B45252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EC300A6-DE66-D3F4-83FC-F249A70608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95BE7D6-D4B7-8D2D-D3FF-CB229D2FB6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6AE1FEB-31B6-B38A-EBD7-A49028AE6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F1A98-49E9-49A4-BF28-AAFBE94BA6DE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3F2CF03-EEAB-0509-222A-313F4978D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67F1E37-F336-70A1-FF04-D77A84D94C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8BF1A-1674-4411-A9ED-97A70552F0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6807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72408C-E138-C370-9A6A-A30BAF7BD1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1021D16-8212-F96A-02BC-2FB37661A9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F1A98-49E9-49A4-BF28-AAFBE94BA6DE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33CF144-2409-60F7-F733-43EA2740E0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B5B89B9-2521-6317-7221-EF742414C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8BF1A-1674-4411-A9ED-97A70552F0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16386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BAD1B12-76C2-4595-395A-7C4D53FFCD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F1A98-49E9-49A4-BF28-AAFBE94BA6DE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F673B95-933E-39C2-6CA6-BE2E05076D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42E787C-7BAA-A91E-EC8D-97FC99A4A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8BF1A-1674-4411-A9ED-97A70552F0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47061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351045-97CF-2F42-0918-81BFD97908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6F0B771-0BC2-93E1-971A-B1802D205E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389FB7E-A6FB-256A-9D14-E894438095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CECCEE2-9C6C-C046-6FBE-F44552E19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F1A98-49E9-49A4-BF28-AAFBE94BA6DE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787CD45-A1B4-2F4F-4A7B-9124C0434E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8BD3DEA-6BE1-A8C7-F4AF-6DBE9286B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8BF1A-1674-4411-A9ED-97A70552F0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2808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03FE2F-2ACF-7775-CF17-8BA2440CBC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449E279-1BD2-E3B3-0629-622BE1DC02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7B17116-CFD3-B791-40DD-155295856F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DE547B5-76D6-4E10-B0DD-BEDC3981B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F1A98-49E9-49A4-BF28-AAFBE94BA6DE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0995B36-D96D-A3F1-CFD7-F891DB260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819BF90-6CCC-1D54-2C89-3402268FB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8BF1A-1674-4411-A9ED-97A70552F0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59143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DC825C-E635-C1CF-302E-2899D7671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FC4C3D1-C913-008F-FA2A-2784E837FC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BC16C20-878A-9E9F-1348-6F5F0A718D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F1A98-49E9-49A4-BF28-AAFBE94BA6DE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486F7EB-73EF-5082-E132-EE581D869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95E19D1-8561-0EF1-C0BA-3CBE06E22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8BF1A-1674-4411-A9ED-97A70552F0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32850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C1893AF-1D1A-0262-EE69-BD08CFEA5B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4EEAD6F-DBC5-30C5-AF61-09F676DFB6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D7C135E-FE45-C3D0-4506-4973C90BEE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F1A98-49E9-49A4-BF28-AAFBE94BA6DE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271FCD2-1276-475D-6813-5D77BFD1E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7F11BD8-DDFA-5D5C-AC45-8EEA67D33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8BF1A-1674-4411-A9ED-97A70552F0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6570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F25094D-63E9-628F-5321-E7D3F7AB04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06EF49B-655E-A6F9-4F45-C95B95A6B5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86B782B-AA48-44F4-C3AE-87E87A9C2C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8F1A98-49E9-49A4-BF28-AAFBE94BA6DE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2FC0E3F-4713-A73A-B7FB-787EC74EA4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0E1ED30-9A84-867C-58C9-337BC31BE6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98BF1A-1674-4411-A9ED-97A70552F0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2163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image" Target="../media/image1.png"/><Relationship Id="rId7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jpg"/><Relationship Id="rId3" Type="http://schemas.openxmlformats.org/officeDocument/2006/relationships/image" Target="../media/image8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jpe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700B2F-E1BE-1C40-BC74-22E8051277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>
            <a:extLst>
              <a:ext uri="{FF2B5EF4-FFF2-40B4-BE49-F238E27FC236}">
                <a16:creationId xmlns:a16="http://schemas.microsoft.com/office/drawing/2014/main" id="{C8851CE4-1B81-9180-0093-D9CBB497AD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931" y="1702248"/>
            <a:ext cx="2188654" cy="4737003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C5C58DB2-D6F4-2CE0-4EE6-175C5705EEC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310" t="14186" r="34324" b="13499"/>
          <a:stretch>
            <a:fillRect/>
          </a:stretch>
        </p:blipFill>
        <p:spPr>
          <a:xfrm>
            <a:off x="479361" y="1473948"/>
            <a:ext cx="2682875" cy="5056791"/>
          </a:xfrm>
          <a:prstGeom prst="rect">
            <a:avLst/>
          </a:prstGeom>
        </p:spPr>
      </p:pic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01DE6A3C-D786-6E6A-0CF8-0070CC0EE804}"/>
              </a:ext>
            </a:extLst>
          </p:cNvPr>
          <p:cNvGraphicFramePr>
            <a:graphicFrameLocks noGrp="1"/>
          </p:cNvGraphicFramePr>
          <p:nvPr/>
        </p:nvGraphicFramePr>
        <p:xfrm>
          <a:off x="6202637" y="250119"/>
          <a:ext cx="5733306" cy="4750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55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55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555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5555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5555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5555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3754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화면 명</a:t>
                      </a:r>
                    </a:p>
                  </a:txBody>
                  <a:tcPr marL="84406" marR="84406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84406" marR="84406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화면</a:t>
                      </a:r>
                      <a:r>
                        <a:rPr lang="en-US" altLang="ko-KR" sz="8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번호</a:t>
                      </a:r>
                      <a:endParaRPr lang="ko-KR" altLang="en-US" sz="800" b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84406" marR="84406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b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84406" marR="84406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b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84406" marR="84406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543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b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화면 경로</a:t>
                      </a:r>
                    </a:p>
                  </a:txBody>
                  <a:tcPr marL="84406" marR="84406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DDD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l" latinLnBrk="1"/>
                      <a:endParaRPr lang="ko-KR" altLang="en-US" sz="800" b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84406" marR="84406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600" b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DDDDDD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600" b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rgbClr val="DDDDDD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600" b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rgbClr val="DDDDDD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600" b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C3BBBCFA-D2F0-B12A-A35D-C90040FAE817}"/>
              </a:ext>
            </a:extLst>
          </p:cNvPr>
          <p:cNvCxnSpPr>
            <a:cxnSpLocks/>
          </p:cNvCxnSpPr>
          <p:nvPr/>
        </p:nvCxnSpPr>
        <p:spPr>
          <a:xfrm>
            <a:off x="0" y="906657"/>
            <a:ext cx="12192000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9" name="그림 8">
            <a:extLst>
              <a:ext uri="{FF2B5EF4-FFF2-40B4-BE49-F238E27FC236}">
                <a16:creationId xmlns:a16="http://schemas.microsoft.com/office/drawing/2014/main" id="{E4EF2429-1C33-93EE-B284-08EA45B4B9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6060" y="327259"/>
            <a:ext cx="919317" cy="283399"/>
          </a:xfrm>
          <a:prstGeom prst="rect">
            <a:avLst/>
          </a:prstGeom>
        </p:spPr>
      </p:pic>
      <p:graphicFrame>
        <p:nvGraphicFramePr>
          <p:cNvPr id="11" name="Table 222">
            <a:extLst>
              <a:ext uri="{FF2B5EF4-FFF2-40B4-BE49-F238E27FC236}">
                <a16:creationId xmlns:a16="http://schemas.microsoft.com/office/drawing/2014/main" id="{86F6CAF2-3289-96CC-F22D-11CCC9B48CC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8900579"/>
              </p:ext>
            </p:extLst>
          </p:nvPr>
        </p:nvGraphicFramePr>
        <p:xfrm>
          <a:off x="6202638" y="1021203"/>
          <a:ext cx="5733305" cy="800260"/>
        </p:xfrm>
        <a:graphic>
          <a:graphicData uri="http://schemas.openxmlformats.org/drawingml/2006/table">
            <a:tbl>
              <a:tblPr/>
              <a:tblGrid>
                <a:gridCol w="5792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59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5702">
                  <a:extLst>
                    <a:ext uri="{9D8B030D-6E8A-4147-A177-3AD203B41FA5}">
                      <a16:colId xmlns:a16="http://schemas.microsoft.com/office/drawing/2014/main" val="3832833847"/>
                    </a:ext>
                  </a:extLst>
                </a:gridCol>
                <a:gridCol w="31823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defTabSz="457200"/>
                      <a:r>
                        <a:rPr sz="1000" b="1" i="0" dirty="0"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  <a:sym typeface="Apple SD 산돌고딕 Neo 세미볼드체"/>
                        </a:rPr>
                        <a:t>No.</a:t>
                      </a:r>
                    </a:p>
                  </a:txBody>
                  <a:tcPr marL="54000" marR="54000" marT="58500" marB="585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DE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i="0" dirty="0"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  <a:sym typeface="Apple SD 산돌고딕 Neo 세미볼드체"/>
                        </a:rPr>
                        <a:t>Component</a:t>
                      </a:r>
                    </a:p>
                  </a:txBody>
                  <a:tcPr marL="54000" marR="54000" marT="58500" marB="585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DE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i="0" dirty="0"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  <a:sym typeface="Apple SD 산돌고딕 Neo 세미볼드체"/>
                        </a:rPr>
                        <a:t>Type</a:t>
                      </a:r>
                    </a:p>
                  </a:txBody>
                  <a:tcPr marL="54000" marR="54000" marT="58500" marB="585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DEE0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457200"/>
                      <a:r>
                        <a:rPr sz="1000" b="1" i="0" dirty="0"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  <a:sym typeface="Apple SD 산돌고딕 Neo 세미볼드체"/>
                        </a:rPr>
                        <a:t>Descr</a:t>
                      </a:r>
                      <a:r>
                        <a:rPr lang="en-US" sz="1000" b="1" i="0" dirty="0"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  <a:sym typeface="Apple SD 산돌고딕 Neo 세미볼드체"/>
                        </a:rPr>
                        <a:t>i</a:t>
                      </a:r>
                      <a:r>
                        <a:rPr sz="1000" b="1" i="0" dirty="0"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  <a:sym typeface="Apple SD 산돌고딕 Neo 세미볼드체"/>
                        </a:rPr>
                        <a:t>ption</a:t>
                      </a:r>
                    </a:p>
                  </a:txBody>
                  <a:tcPr marL="54000" marR="54000" marT="58500" marB="585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DE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ko-KR" sz="1000" b="1" i="0" dirty="0">
                          <a:solidFill>
                            <a:srgbClr val="1A1A2E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1</a:t>
                      </a:r>
                    </a:p>
                  </a:txBody>
                  <a:tcPr marL="76200" marR="76200" marT="57150" marB="571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ko-KR" altLang="en-US" sz="1000" b="1" i="0" dirty="0">
                          <a:solidFill>
                            <a:srgbClr val="3A5A9A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팝업</a:t>
                      </a:r>
                      <a:endParaRPr lang="en-US" sz="1000" b="1" i="0" dirty="0">
                        <a:solidFill>
                          <a:srgbClr val="3A5A9A"/>
                        </a:solidFill>
                        <a:effectLst/>
                        <a:latin typeface="+mj-lt"/>
                        <a:ea typeface="맑은 고딕" panose="020B0503020000020004" pitchFamily="50" charset="-127"/>
                        <a:cs typeface="Pretendard" panose="02000503000000020004" pitchFamily="2" charset="-127"/>
                      </a:endParaRPr>
                    </a:p>
                  </a:txBody>
                  <a:tcPr marL="76200" marR="76200" marT="57150" marB="571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ko-KR" altLang="en-US" sz="1000" b="1" i="0" dirty="0">
                          <a:solidFill>
                            <a:srgbClr val="3A5A9A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버튼</a:t>
                      </a:r>
                      <a:endParaRPr lang="en-US" sz="1000" b="1" i="0" dirty="0">
                        <a:solidFill>
                          <a:srgbClr val="3A5A9A"/>
                        </a:solidFill>
                        <a:effectLst/>
                        <a:latin typeface="+mj-lt"/>
                        <a:ea typeface="맑은 고딕" panose="020B0503020000020004" pitchFamily="50" charset="-127"/>
                        <a:cs typeface="Pretendard" panose="02000503000000020004" pitchFamily="2" charset="-127"/>
                      </a:endParaRPr>
                    </a:p>
                  </a:txBody>
                  <a:tcPr marL="76200" marR="76200" marT="57150" marB="571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spcBef>
                          <a:spcPts val="15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i="0" dirty="0">
                          <a:solidFill>
                            <a:srgbClr val="333333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사용자가 건물로부터 </a:t>
                      </a:r>
                      <a:r>
                        <a:rPr lang="en-US" altLang="ko-KR" sz="800" b="0" i="0" dirty="0">
                          <a:solidFill>
                            <a:srgbClr val="333333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1km</a:t>
                      </a:r>
                      <a:r>
                        <a:rPr lang="ko-KR" altLang="en-US" sz="800" b="0" i="0" dirty="0">
                          <a:solidFill>
                            <a:srgbClr val="333333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이상 떨어져 있을 시 팝업 노출</a:t>
                      </a:r>
                      <a:endParaRPr lang="en-US" altLang="ko-KR" sz="800" b="0" i="0" dirty="0">
                        <a:solidFill>
                          <a:srgbClr val="333333"/>
                        </a:solidFill>
                        <a:effectLst/>
                        <a:latin typeface="+mj-lt"/>
                        <a:ea typeface="맑은 고딕" panose="020B0503020000020004" pitchFamily="50" charset="-127"/>
                        <a:cs typeface="Pretendard" panose="02000503000000020004" pitchFamily="2" charset="-127"/>
                      </a:endParaRPr>
                    </a:p>
                    <a:p>
                      <a:pPr fontAlgn="t">
                        <a:spcBef>
                          <a:spcPts val="15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i="0" dirty="0">
                          <a:solidFill>
                            <a:srgbClr val="333333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네 맞아요 </a:t>
                      </a:r>
                      <a:r>
                        <a:rPr lang="en-US" altLang="ko-KR" sz="800" b="0" i="0" dirty="0">
                          <a:solidFill>
                            <a:srgbClr val="333333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-&gt; </a:t>
                      </a:r>
                      <a:r>
                        <a:rPr lang="ko-KR" altLang="en-US" sz="800" b="0" i="0" dirty="0">
                          <a:solidFill>
                            <a:srgbClr val="333333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접수하기로 이동</a:t>
                      </a:r>
                      <a:r>
                        <a:rPr lang="en-US" altLang="ko-KR" sz="800" b="0" i="0" dirty="0">
                          <a:solidFill>
                            <a:srgbClr val="333333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(</a:t>
                      </a:r>
                      <a:r>
                        <a:rPr lang="ko-KR" altLang="en-US" sz="800" b="0" i="0" dirty="0">
                          <a:solidFill>
                            <a:srgbClr val="333333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층 선택 필요</a:t>
                      </a:r>
                      <a:r>
                        <a:rPr lang="en-US" altLang="ko-KR" sz="800" b="0" i="0" dirty="0">
                          <a:solidFill>
                            <a:srgbClr val="333333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)</a:t>
                      </a:r>
                    </a:p>
                    <a:p>
                      <a:pPr fontAlgn="t">
                        <a:spcBef>
                          <a:spcPts val="15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i="0" dirty="0" err="1">
                          <a:solidFill>
                            <a:srgbClr val="333333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아니에요</a:t>
                      </a:r>
                      <a:r>
                        <a:rPr lang="ko-KR" altLang="en-US" sz="800" b="0" i="0" dirty="0">
                          <a:solidFill>
                            <a:srgbClr val="333333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dirty="0">
                          <a:solidFill>
                            <a:srgbClr val="333333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-&gt; </a:t>
                      </a:r>
                      <a:r>
                        <a:rPr lang="ko-KR" altLang="en-US" sz="800" b="0" i="0" dirty="0">
                          <a:solidFill>
                            <a:srgbClr val="333333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건물 선택 </a:t>
                      </a:r>
                      <a:r>
                        <a:rPr lang="ko-KR" altLang="en-US" sz="800" b="0" i="0" dirty="0" err="1">
                          <a:solidFill>
                            <a:srgbClr val="333333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바텀시트</a:t>
                      </a:r>
                      <a:r>
                        <a:rPr lang="ko-KR" altLang="en-US" sz="800" b="0" i="0" dirty="0">
                          <a:solidFill>
                            <a:srgbClr val="333333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 노출</a:t>
                      </a:r>
                      <a:endParaRPr lang="en-US" altLang="ko-KR" sz="800" b="0" i="0" dirty="0">
                        <a:solidFill>
                          <a:srgbClr val="333333"/>
                        </a:solidFill>
                        <a:effectLst/>
                        <a:latin typeface="+mj-lt"/>
                        <a:ea typeface="맑은 고딕" panose="020B0503020000020004" pitchFamily="50" charset="-127"/>
                        <a:cs typeface="Pretendard" panose="02000503000000020004" pitchFamily="2" charset="-127"/>
                      </a:endParaRPr>
                    </a:p>
                  </a:txBody>
                  <a:tcPr marL="76200" marR="76200" marT="57150" marB="571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369786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A9EE2566-EB48-8E13-5707-20E77CC3945A}"/>
              </a:ext>
            </a:extLst>
          </p:cNvPr>
          <p:cNvSpPr txBox="1"/>
          <p:nvPr/>
        </p:nvSpPr>
        <p:spPr>
          <a:xfrm>
            <a:off x="479363" y="1059498"/>
            <a:ext cx="268287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100" b="1" u="sng" dirty="0">
                <a:latin typeface="+mj-lt"/>
              </a:rPr>
              <a:t>화면 구성</a:t>
            </a:r>
            <a:br>
              <a:rPr lang="en-US" altLang="ko-KR" sz="1100" b="1" u="sng" dirty="0">
                <a:latin typeface="+mj-lt"/>
              </a:rPr>
            </a:br>
            <a:r>
              <a:rPr lang="en-US" altLang="ko-KR" sz="1100" b="1" u="sng" dirty="0">
                <a:latin typeface="+mj-lt"/>
              </a:rPr>
              <a:t>(</a:t>
            </a:r>
            <a:r>
              <a:rPr lang="ko-KR" altLang="en-US" sz="1100" b="1" u="sng" dirty="0">
                <a:latin typeface="+mj-lt"/>
              </a:rPr>
              <a:t>사용자가 건물로부터 </a:t>
            </a:r>
            <a:r>
              <a:rPr lang="en-US" altLang="ko-KR" sz="1100" b="1" u="sng" dirty="0">
                <a:latin typeface="+mj-lt"/>
              </a:rPr>
              <a:t>1km</a:t>
            </a:r>
            <a:r>
              <a:rPr lang="ko-KR" altLang="en-US" sz="1100" b="1" u="sng" dirty="0">
                <a:latin typeface="+mj-lt"/>
              </a:rPr>
              <a:t>밖에 </a:t>
            </a:r>
            <a:r>
              <a:rPr lang="ko-KR" altLang="en-US" sz="1100" b="1" u="sng" dirty="0" err="1">
                <a:latin typeface="+mj-lt"/>
              </a:rPr>
              <a:t>있을시</a:t>
            </a:r>
            <a:r>
              <a:rPr lang="en-US" altLang="ko-KR" sz="1100" b="1" u="sng" dirty="0">
                <a:latin typeface="+mj-lt"/>
              </a:rPr>
              <a:t>)</a:t>
            </a:r>
            <a:endParaRPr lang="ko-KR" altLang="en-US" sz="1100" b="1" u="sng" dirty="0">
              <a:latin typeface="+mj-lt"/>
            </a:endParaRPr>
          </a:p>
        </p:txBody>
      </p:sp>
      <p:sp>
        <p:nvSpPr>
          <p:cNvPr id="52" name="타원 51">
            <a:extLst>
              <a:ext uri="{FF2B5EF4-FFF2-40B4-BE49-F238E27FC236}">
                <a16:creationId xmlns:a16="http://schemas.microsoft.com/office/drawing/2014/main" id="{76E4F2D4-F4DD-4B96-9B57-C9E012AD3C15}"/>
              </a:ext>
            </a:extLst>
          </p:cNvPr>
          <p:cNvSpPr/>
          <p:nvPr/>
        </p:nvSpPr>
        <p:spPr>
          <a:xfrm>
            <a:off x="-3078464" y="5969049"/>
            <a:ext cx="190500" cy="1905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latin typeface="+mj-lt"/>
              </a:rPr>
              <a:t>4</a:t>
            </a:r>
            <a:endParaRPr lang="ko-KR" altLang="en-US" sz="1000" dirty="0">
              <a:latin typeface="+mj-lt"/>
            </a:endParaRPr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6916E2C4-91BA-3D9E-4B15-F611B53476E0}"/>
              </a:ext>
            </a:extLst>
          </p:cNvPr>
          <p:cNvSpPr/>
          <p:nvPr/>
        </p:nvSpPr>
        <p:spPr>
          <a:xfrm>
            <a:off x="-3078464" y="3292591"/>
            <a:ext cx="190500" cy="1905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latin typeface="+mj-lt"/>
              </a:rPr>
              <a:t>1</a:t>
            </a:r>
            <a:endParaRPr lang="ko-KR" altLang="en-US" sz="1000" dirty="0">
              <a:latin typeface="+mj-lt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92DD8AD-BEB3-04CB-4580-291D38A01054}"/>
              </a:ext>
            </a:extLst>
          </p:cNvPr>
          <p:cNvSpPr txBox="1"/>
          <p:nvPr/>
        </p:nvSpPr>
        <p:spPr>
          <a:xfrm>
            <a:off x="1236733" y="313531"/>
            <a:ext cx="13356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/>
              <a:t>불편신고</a:t>
            </a:r>
            <a:r>
              <a:rPr lang="en-US" altLang="ko-KR" sz="1400" b="1" dirty="0"/>
              <a:t>-</a:t>
            </a:r>
            <a:r>
              <a:rPr lang="ko-KR" altLang="en-US" sz="1400" b="1" dirty="0"/>
              <a:t>접수</a:t>
            </a: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476467D6-D0EE-90FE-60E7-A6617A9F2A0B}"/>
              </a:ext>
            </a:extLst>
          </p:cNvPr>
          <p:cNvSpPr/>
          <p:nvPr/>
        </p:nvSpPr>
        <p:spPr>
          <a:xfrm>
            <a:off x="-3078464" y="3813185"/>
            <a:ext cx="190500" cy="1905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latin typeface="+mj-lt"/>
              </a:rPr>
              <a:t>2</a:t>
            </a:r>
            <a:endParaRPr lang="ko-KR" altLang="en-US" sz="1000" dirty="0">
              <a:latin typeface="+mj-lt"/>
            </a:endParaRPr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353E42B0-460B-2F50-266A-25DE02160C91}"/>
              </a:ext>
            </a:extLst>
          </p:cNvPr>
          <p:cNvSpPr/>
          <p:nvPr/>
        </p:nvSpPr>
        <p:spPr>
          <a:xfrm>
            <a:off x="-3078464" y="4768432"/>
            <a:ext cx="190500" cy="1905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latin typeface="+mj-lt"/>
              </a:rPr>
              <a:t>3</a:t>
            </a:r>
            <a:endParaRPr lang="ko-KR" altLang="en-US" sz="1000" dirty="0">
              <a:latin typeface="+mj-lt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33CADD17-1F02-410B-B0F4-B62BD8EABBE4}"/>
              </a:ext>
            </a:extLst>
          </p:cNvPr>
          <p:cNvSpPr/>
          <p:nvPr/>
        </p:nvSpPr>
        <p:spPr>
          <a:xfrm>
            <a:off x="715718" y="5492234"/>
            <a:ext cx="2256082" cy="4006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D8E1A4B-1BA4-977B-D36A-EF94D01B9B28}"/>
              </a:ext>
            </a:extLst>
          </p:cNvPr>
          <p:cNvSpPr txBox="1"/>
          <p:nvPr/>
        </p:nvSpPr>
        <p:spPr>
          <a:xfrm>
            <a:off x="3263805" y="626859"/>
            <a:ext cx="72327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50" dirty="0"/>
              <a:t>기존요소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EF96C96-1D46-B2C5-1698-2DD50F788CAB}"/>
              </a:ext>
            </a:extLst>
          </p:cNvPr>
          <p:cNvSpPr txBox="1"/>
          <p:nvPr/>
        </p:nvSpPr>
        <p:spPr>
          <a:xfrm>
            <a:off x="4009946" y="626859"/>
            <a:ext cx="72327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50" dirty="0">
                <a:solidFill>
                  <a:srgbClr val="FF0000"/>
                </a:solidFill>
              </a:rPr>
              <a:t>변경요소</a:t>
            </a: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C4D675BF-03AD-A2D0-8529-230C9DCC4A30}"/>
              </a:ext>
            </a:extLst>
          </p:cNvPr>
          <p:cNvSpPr/>
          <p:nvPr/>
        </p:nvSpPr>
        <p:spPr>
          <a:xfrm>
            <a:off x="-3078464" y="3813185"/>
            <a:ext cx="190500" cy="1905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latin typeface="+mj-lt"/>
              </a:rPr>
              <a:t>2</a:t>
            </a:r>
            <a:endParaRPr lang="ko-KR" altLang="en-US" sz="1000" dirty="0">
              <a:latin typeface="+mj-lt"/>
            </a:endParaRPr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9741E080-BC73-BF6A-6FD1-3B26AF7BF25D}"/>
              </a:ext>
            </a:extLst>
          </p:cNvPr>
          <p:cNvSpPr/>
          <p:nvPr/>
        </p:nvSpPr>
        <p:spPr>
          <a:xfrm>
            <a:off x="-3078464" y="2475420"/>
            <a:ext cx="190500" cy="1905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latin typeface="+mj-lt"/>
              </a:rPr>
              <a:t>5</a:t>
            </a:r>
            <a:endParaRPr lang="ko-KR" altLang="en-US" sz="1000" dirty="0">
              <a:latin typeface="+mj-lt"/>
            </a:endParaRPr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171803A9-2CC8-0C13-A25A-C245B666FAD5}"/>
              </a:ext>
            </a:extLst>
          </p:cNvPr>
          <p:cNvSpPr/>
          <p:nvPr/>
        </p:nvSpPr>
        <p:spPr>
          <a:xfrm>
            <a:off x="-3078464" y="2475420"/>
            <a:ext cx="190500" cy="1905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latin typeface="+mj-lt"/>
              </a:rPr>
              <a:t>5</a:t>
            </a:r>
            <a:endParaRPr lang="ko-KR" altLang="en-US" sz="1000" dirty="0">
              <a:latin typeface="+mj-lt"/>
            </a:endParaRPr>
          </a:p>
        </p:txBody>
      </p:sp>
      <p:sp>
        <p:nvSpPr>
          <p:cNvPr id="32" name="타원 31">
            <a:extLst>
              <a:ext uri="{FF2B5EF4-FFF2-40B4-BE49-F238E27FC236}">
                <a16:creationId xmlns:a16="http://schemas.microsoft.com/office/drawing/2014/main" id="{FE8E4DFD-3992-9D26-D3B6-1D68B153E52D}"/>
              </a:ext>
            </a:extLst>
          </p:cNvPr>
          <p:cNvSpPr/>
          <p:nvPr/>
        </p:nvSpPr>
        <p:spPr>
          <a:xfrm>
            <a:off x="-3078464" y="2065845"/>
            <a:ext cx="190500" cy="1905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latin typeface="+mj-lt"/>
              </a:rPr>
              <a:t>5</a:t>
            </a:r>
            <a:endParaRPr lang="ko-KR" altLang="en-US" sz="1000" dirty="0">
              <a:latin typeface="+mj-lt"/>
            </a:endParaRPr>
          </a:p>
        </p:txBody>
      </p:sp>
      <p:pic>
        <p:nvPicPr>
          <p:cNvPr id="35" name="그림 34">
            <a:extLst>
              <a:ext uri="{FF2B5EF4-FFF2-40B4-BE49-F238E27FC236}">
                <a16:creationId xmlns:a16="http://schemas.microsoft.com/office/drawing/2014/main" id="{B163699B-1F67-36A3-4FC8-A63A890E48C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556049" y="1702248"/>
            <a:ext cx="2184864" cy="4736652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A9F3763F-81F7-DCC6-9FFB-2605B5B8260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6001" y="2624039"/>
            <a:ext cx="1893685" cy="4105550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0090F94E-92F4-13B7-F5C1-715D81FE95E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9683" y="2624038"/>
            <a:ext cx="1893757" cy="4105549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sp>
        <p:nvSpPr>
          <p:cNvPr id="41" name="직사각형 40">
            <a:extLst>
              <a:ext uri="{FF2B5EF4-FFF2-40B4-BE49-F238E27FC236}">
                <a16:creationId xmlns:a16="http://schemas.microsoft.com/office/drawing/2014/main" id="{AE646CC1-F5BF-4D09-1457-0FD67FB20809}"/>
              </a:ext>
            </a:extLst>
          </p:cNvPr>
          <p:cNvSpPr/>
          <p:nvPr/>
        </p:nvSpPr>
        <p:spPr>
          <a:xfrm>
            <a:off x="715717" y="2352359"/>
            <a:ext cx="2129083" cy="12414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C69969AC-5DF4-063C-895B-AE4E171EAF6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3880" y="2332499"/>
            <a:ext cx="782994" cy="291540"/>
          </a:xfrm>
          <a:prstGeom prst="rect">
            <a:avLst/>
          </a:prstGeom>
        </p:spPr>
      </p:pic>
      <p:sp>
        <p:nvSpPr>
          <p:cNvPr id="43" name="타원 42">
            <a:extLst>
              <a:ext uri="{FF2B5EF4-FFF2-40B4-BE49-F238E27FC236}">
                <a16:creationId xmlns:a16="http://schemas.microsoft.com/office/drawing/2014/main" id="{66408B79-7A62-2227-DDFB-249372049834}"/>
              </a:ext>
            </a:extLst>
          </p:cNvPr>
          <p:cNvSpPr/>
          <p:nvPr/>
        </p:nvSpPr>
        <p:spPr>
          <a:xfrm>
            <a:off x="733225" y="3910610"/>
            <a:ext cx="190500" cy="1905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latin typeface="+mj-lt"/>
              </a:rPr>
              <a:t>1</a:t>
            </a:r>
            <a:endParaRPr lang="ko-KR" altLang="en-US" sz="1000" dirty="0">
              <a:latin typeface="+mj-lt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ABE79E7-C730-C2BD-C820-814A51F215E9}"/>
              </a:ext>
            </a:extLst>
          </p:cNvPr>
          <p:cNvSpPr txBox="1"/>
          <p:nvPr/>
        </p:nvSpPr>
        <p:spPr>
          <a:xfrm>
            <a:off x="5915836" y="2144986"/>
            <a:ext cx="177401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100" b="1" u="sng" dirty="0">
                <a:latin typeface="+mj-lt"/>
              </a:rPr>
              <a:t>네 맞아요 </a:t>
            </a:r>
            <a:r>
              <a:rPr lang="ko-KR" altLang="en-US" sz="1100" b="1" u="sng" dirty="0" err="1">
                <a:latin typeface="+mj-lt"/>
              </a:rPr>
              <a:t>선택시</a:t>
            </a:r>
            <a:endParaRPr lang="ko-KR" altLang="en-US" sz="1100" b="1" u="sng" dirty="0">
              <a:latin typeface="+mj-lt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0E0042C-D007-4D47-3556-D4BF03D62C04}"/>
              </a:ext>
            </a:extLst>
          </p:cNvPr>
          <p:cNvSpPr txBox="1"/>
          <p:nvPr/>
        </p:nvSpPr>
        <p:spPr>
          <a:xfrm>
            <a:off x="8609554" y="2144986"/>
            <a:ext cx="177401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100" b="1" u="sng" dirty="0" err="1">
                <a:latin typeface="+mj-lt"/>
              </a:rPr>
              <a:t>아니에요</a:t>
            </a:r>
            <a:r>
              <a:rPr lang="ko-KR" altLang="en-US" sz="1100" b="1" u="sng" dirty="0">
                <a:latin typeface="+mj-lt"/>
              </a:rPr>
              <a:t> </a:t>
            </a:r>
            <a:r>
              <a:rPr lang="ko-KR" altLang="en-US" sz="1100" b="1" u="sng" dirty="0" err="1">
                <a:latin typeface="+mj-lt"/>
              </a:rPr>
              <a:t>선택시</a:t>
            </a:r>
            <a:endParaRPr lang="ko-KR" altLang="en-US" sz="1100" b="1" u="sng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3584734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700B2F-E1BE-1C40-BC74-22E8051277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그림 26">
            <a:extLst>
              <a:ext uri="{FF2B5EF4-FFF2-40B4-BE49-F238E27FC236}">
                <a16:creationId xmlns:a16="http://schemas.microsoft.com/office/drawing/2014/main" id="{A5647E08-5B67-D05A-61A5-38EEFE7D24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844" y="1766985"/>
            <a:ext cx="2267909" cy="4694327"/>
          </a:xfrm>
          <a:prstGeom prst="rect">
            <a:avLst/>
          </a:prstGeom>
        </p:spPr>
      </p:pic>
      <p:pic>
        <p:nvPicPr>
          <p:cNvPr id="66" name="그림 65">
            <a:extLst>
              <a:ext uri="{FF2B5EF4-FFF2-40B4-BE49-F238E27FC236}">
                <a16:creationId xmlns:a16="http://schemas.microsoft.com/office/drawing/2014/main" id="{CBBD181B-9D53-9DFE-E90E-33139D471E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108627" y="5924926"/>
            <a:ext cx="2267909" cy="4694327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C4DF37E0-B56E-4D40-D716-DBA10315CFA2}"/>
              </a:ext>
            </a:extLst>
          </p:cNvPr>
          <p:cNvSpPr/>
          <p:nvPr/>
        </p:nvSpPr>
        <p:spPr>
          <a:xfrm>
            <a:off x="-3011591" y="6517602"/>
            <a:ext cx="2170873" cy="2190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4" name="그림 73">
            <a:extLst>
              <a:ext uri="{FF2B5EF4-FFF2-40B4-BE49-F238E27FC236}">
                <a16:creationId xmlns:a16="http://schemas.microsoft.com/office/drawing/2014/main" id="{A5F2ABE1-0DC1-881B-D944-5FD1AC7116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17074" y="1663669"/>
            <a:ext cx="2261812" cy="4694327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52184404-6E46-A185-4511-B52985AD3D6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916255" y="880775"/>
            <a:ext cx="2164611" cy="4692744"/>
          </a:xfrm>
          <a:prstGeom prst="rect">
            <a:avLst/>
          </a:prstGeom>
        </p:spPr>
      </p:pic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01DE6A3C-D786-6E6A-0CF8-0070CC0EE8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9651565"/>
              </p:ext>
            </p:extLst>
          </p:nvPr>
        </p:nvGraphicFramePr>
        <p:xfrm>
          <a:off x="6202637" y="250119"/>
          <a:ext cx="5733306" cy="4750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55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55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555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5555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5555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5555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3754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화면 명</a:t>
                      </a:r>
                    </a:p>
                  </a:txBody>
                  <a:tcPr marL="84406" marR="84406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84406" marR="84406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화면</a:t>
                      </a:r>
                      <a:r>
                        <a:rPr lang="en-US" altLang="ko-KR" sz="8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번호</a:t>
                      </a:r>
                      <a:endParaRPr lang="ko-KR" altLang="en-US" sz="800" b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84406" marR="84406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b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84406" marR="84406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b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84406" marR="84406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543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b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화면 경로</a:t>
                      </a:r>
                    </a:p>
                  </a:txBody>
                  <a:tcPr marL="84406" marR="84406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DDD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l" latinLnBrk="1"/>
                      <a:endParaRPr lang="ko-KR" altLang="en-US" sz="800" b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84406" marR="84406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600" b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DDDDDD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600" b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rgbClr val="DDDDDD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600" b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rgbClr val="DDDDDD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600" b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C3BBBCFA-D2F0-B12A-A35D-C90040FAE817}"/>
              </a:ext>
            </a:extLst>
          </p:cNvPr>
          <p:cNvCxnSpPr>
            <a:cxnSpLocks/>
          </p:cNvCxnSpPr>
          <p:nvPr/>
        </p:nvCxnSpPr>
        <p:spPr>
          <a:xfrm>
            <a:off x="0" y="906657"/>
            <a:ext cx="12192000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9" name="그림 8">
            <a:extLst>
              <a:ext uri="{FF2B5EF4-FFF2-40B4-BE49-F238E27FC236}">
                <a16:creationId xmlns:a16="http://schemas.microsoft.com/office/drawing/2014/main" id="{E4EF2429-1C33-93EE-B284-08EA45B4B9B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6060" y="327259"/>
            <a:ext cx="919317" cy="283399"/>
          </a:xfrm>
          <a:prstGeom prst="rect">
            <a:avLst/>
          </a:prstGeom>
        </p:spPr>
      </p:pic>
      <p:graphicFrame>
        <p:nvGraphicFramePr>
          <p:cNvPr id="11" name="Table 222">
            <a:extLst>
              <a:ext uri="{FF2B5EF4-FFF2-40B4-BE49-F238E27FC236}">
                <a16:creationId xmlns:a16="http://schemas.microsoft.com/office/drawing/2014/main" id="{86F6CAF2-3289-96CC-F22D-11CCC9B48CC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16932724"/>
              </p:ext>
            </p:extLst>
          </p:nvPr>
        </p:nvGraphicFramePr>
        <p:xfrm>
          <a:off x="6202638" y="1021202"/>
          <a:ext cx="5733305" cy="4038540"/>
        </p:xfrm>
        <a:graphic>
          <a:graphicData uri="http://schemas.openxmlformats.org/drawingml/2006/table">
            <a:tbl>
              <a:tblPr/>
              <a:tblGrid>
                <a:gridCol w="5792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59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5702">
                  <a:extLst>
                    <a:ext uri="{9D8B030D-6E8A-4147-A177-3AD203B41FA5}">
                      <a16:colId xmlns:a16="http://schemas.microsoft.com/office/drawing/2014/main" val="3832833847"/>
                    </a:ext>
                  </a:extLst>
                </a:gridCol>
                <a:gridCol w="31823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2273">
                <a:tc>
                  <a:txBody>
                    <a:bodyPr/>
                    <a:lstStyle/>
                    <a:p>
                      <a:pPr algn="ctr" defTabSz="457200"/>
                      <a:r>
                        <a:rPr sz="1000" b="1" i="0" dirty="0"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  <a:sym typeface="Apple SD 산돌고딕 Neo 세미볼드체"/>
                        </a:rPr>
                        <a:t>No.</a:t>
                      </a:r>
                    </a:p>
                  </a:txBody>
                  <a:tcPr marL="54000" marR="54000" marT="58500" marB="585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DE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i="0" dirty="0"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  <a:sym typeface="Apple SD 산돌고딕 Neo 세미볼드체"/>
                        </a:rPr>
                        <a:t>Component</a:t>
                      </a:r>
                    </a:p>
                  </a:txBody>
                  <a:tcPr marL="54000" marR="54000" marT="58500" marB="585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DE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i="0" dirty="0"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  <a:sym typeface="Apple SD 산돌고딕 Neo 세미볼드체"/>
                        </a:rPr>
                        <a:t>Type</a:t>
                      </a:r>
                    </a:p>
                  </a:txBody>
                  <a:tcPr marL="54000" marR="54000" marT="58500" marB="585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DEE0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457200"/>
                      <a:r>
                        <a:rPr sz="1000" b="1" i="0" dirty="0"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  <a:sym typeface="Apple SD 산돌고딕 Neo 세미볼드체"/>
                        </a:rPr>
                        <a:t>Descr</a:t>
                      </a:r>
                      <a:r>
                        <a:rPr lang="en-US" sz="1000" b="1" i="0" dirty="0"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  <a:sym typeface="Apple SD 산돌고딕 Neo 세미볼드체"/>
                        </a:rPr>
                        <a:t>i</a:t>
                      </a:r>
                      <a:r>
                        <a:rPr sz="1000" b="1" i="0" dirty="0"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  <a:sym typeface="Apple SD 산돌고딕 Neo 세미볼드체"/>
                        </a:rPr>
                        <a:t>ption</a:t>
                      </a:r>
                    </a:p>
                  </a:txBody>
                  <a:tcPr marL="54000" marR="54000" marT="58500" marB="585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DE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0341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ko-KR" sz="1000" b="1" i="0" dirty="0">
                          <a:solidFill>
                            <a:srgbClr val="1A1A2E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1</a:t>
                      </a:r>
                    </a:p>
                  </a:txBody>
                  <a:tcPr marL="76200" marR="76200" marT="57150" marB="571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ko-KR" altLang="en-US" sz="1000" b="1" i="0" dirty="0">
                          <a:solidFill>
                            <a:srgbClr val="3A5A9A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서비스</a:t>
                      </a:r>
                      <a:r>
                        <a:rPr lang="en-US" altLang="ko-KR" sz="1000" b="1" i="0" dirty="0">
                          <a:solidFill>
                            <a:srgbClr val="3A5A9A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ko-KR" altLang="en-US" sz="1000" b="1" i="0" dirty="0">
                          <a:solidFill>
                            <a:srgbClr val="3A5A9A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검색</a:t>
                      </a:r>
                      <a:endParaRPr lang="en-US" sz="1000" b="1" i="0" dirty="0">
                        <a:solidFill>
                          <a:srgbClr val="3A5A9A"/>
                        </a:solidFill>
                        <a:effectLst/>
                        <a:latin typeface="+mj-lt"/>
                        <a:ea typeface="맑은 고딕" panose="020B0503020000020004" pitchFamily="50" charset="-127"/>
                        <a:cs typeface="Pretendard" panose="02000503000000020004" pitchFamily="2" charset="-127"/>
                      </a:endParaRPr>
                    </a:p>
                  </a:txBody>
                  <a:tcPr marL="76200" marR="76200" marT="57150" marB="571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ko-KR" altLang="en-US" sz="1000" b="1" i="0" dirty="0" err="1">
                          <a:solidFill>
                            <a:srgbClr val="3A5A9A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검색창</a:t>
                      </a:r>
                      <a:endParaRPr lang="en-US" sz="1000" b="1" i="0" dirty="0">
                        <a:solidFill>
                          <a:srgbClr val="3A5A9A"/>
                        </a:solidFill>
                        <a:effectLst/>
                        <a:latin typeface="+mj-lt"/>
                        <a:ea typeface="맑은 고딕" panose="020B0503020000020004" pitchFamily="50" charset="-127"/>
                        <a:cs typeface="Pretendard" panose="02000503000000020004" pitchFamily="2" charset="-127"/>
                      </a:endParaRPr>
                    </a:p>
                  </a:txBody>
                  <a:tcPr marL="76200" marR="76200" marT="57150" marB="571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spcBef>
                          <a:spcPts val="15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i="0" dirty="0">
                          <a:solidFill>
                            <a:srgbClr val="333333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텍스트 </a:t>
                      </a:r>
                      <a:r>
                        <a:rPr lang="ko-KR" altLang="en-US" sz="800" b="0" i="0" dirty="0" err="1">
                          <a:solidFill>
                            <a:srgbClr val="333333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검색창</a:t>
                      </a:r>
                      <a:endParaRPr lang="en-US" altLang="ko-KR" sz="800" b="0" i="0" dirty="0">
                        <a:solidFill>
                          <a:srgbClr val="333333"/>
                        </a:solidFill>
                        <a:effectLst/>
                        <a:latin typeface="+mj-lt"/>
                        <a:ea typeface="맑은 고딕" panose="020B0503020000020004" pitchFamily="50" charset="-127"/>
                        <a:cs typeface="Pretendard" panose="02000503000000020004" pitchFamily="2" charset="-127"/>
                      </a:endParaRPr>
                    </a:p>
                    <a:p>
                      <a:pPr fontAlgn="t">
                        <a:spcBef>
                          <a:spcPts val="15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i="0" dirty="0">
                          <a:solidFill>
                            <a:srgbClr val="333333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우측 검색 버튼</a:t>
                      </a:r>
                      <a:endParaRPr lang="en-US" altLang="ko-KR" sz="800" b="0" i="0" dirty="0">
                        <a:solidFill>
                          <a:srgbClr val="333333"/>
                        </a:solidFill>
                        <a:effectLst/>
                        <a:latin typeface="+mj-lt"/>
                        <a:ea typeface="맑은 고딕" panose="020B0503020000020004" pitchFamily="50" charset="-127"/>
                        <a:cs typeface="Pretendard" panose="02000503000000020004" pitchFamily="2" charset="-127"/>
                      </a:endParaRPr>
                    </a:p>
                  </a:txBody>
                  <a:tcPr marL="76200" marR="76200" marT="57150" marB="571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369786"/>
                  </a:ext>
                </a:extLst>
              </a:tr>
              <a:tr h="1171324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ko-KR" sz="1000" b="1" i="0" dirty="0">
                          <a:solidFill>
                            <a:srgbClr val="1A1A2E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2</a:t>
                      </a:r>
                    </a:p>
                  </a:txBody>
                  <a:tcPr marL="76200" marR="76200" marT="57150" marB="571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ko-KR" altLang="en-US" sz="1000" b="1" i="0" dirty="0">
                          <a:solidFill>
                            <a:srgbClr val="3A5A9A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검색 서비스 노출</a:t>
                      </a:r>
                      <a:endParaRPr lang="en-US" sz="1000" b="1" i="0" dirty="0">
                        <a:solidFill>
                          <a:srgbClr val="3A5A9A"/>
                        </a:solidFill>
                        <a:effectLst/>
                        <a:latin typeface="+mj-lt"/>
                        <a:ea typeface="맑은 고딕" panose="020B0503020000020004" pitchFamily="50" charset="-127"/>
                        <a:cs typeface="Pretendard" panose="02000503000000020004" pitchFamily="2" charset="-127"/>
                      </a:endParaRPr>
                    </a:p>
                  </a:txBody>
                  <a:tcPr marL="76200" marR="76200" marT="57150" marB="571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000" b="1" i="0" dirty="0">
                          <a:solidFill>
                            <a:srgbClr val="3A5A9A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--</a:t>
                      </a:r>
                    </a:p>
                  </a:txBody>
                  <a:tcPr marL="76200" marR="76200" marT="57150" marB="571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spcBef>
                          <a:spcPts val="15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i="0" dirty="0">
                          <a:solidFill>
                            <a:srgbClr val="333333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Like </a:t>
                      </a:r>
                      <a:r>
                        <a:rPr lang="ko-KR" altLang="en-US" sz="800" b="0" i="0" dirty="0">
                          <a:solidFill>
                            <a:srgbClr val="333333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검색으로 일부 텍스트로 검색 가능</a:t>
                      </a:r>
                      <a:br>
                        <a:rPr lang="en-US" altLang="ko-KR" sz="800" b="0" i="0" dirty="0">
                          <a:solidFill>
                            <a:srgbClr val="333333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</a:br>
                      <a:r>
                        <a:rPr lang="en-US" altLang="ko-KR" sz="800" b="0" i="0" dirty="0">
                          <a:solidFill>
                            <a:srgbClr val="333333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  - </a:t>
                      </a:r>
                      <a:r>
                        <a:rPr lang="ko-KR" altLang="en-US" sz="800" b="0" i="0" dirty="0">
                          <a:solidFill>
                            <a:srgbClr val="333333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검색 시 </a:t>
                      </a:r>
                      <a:r>
                        <a:rPr lang="en-US" altLang="ko-KR" sz="800" b="0" i="0" dirty="0">
                          <a:solidFill>
                            <a:srgbClr val="333333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‘</a:t>
                      </a:r>
                      <a:r>
                        <a:rPr lang="ko-KR" altLang="en-US" sz="800" b="0" i="0" dirty="0">
                          <a:solidFill>
                            <a:srgbClr val="333333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기타문의</a:t>
                      </a:r>
                      <a:r>
                        <a:rPr lang="en-US" altLang="ko-KR" sz="800" b="0" i="0" dirty="0">
                          <a:solidFill>
                            <a:srgbClr val="333333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’ </a:t>
                      </a:r>
                      <a:r>
                        <a:rPr lang="ko-KR" altLang="en-US" sz="800" b="0" i="0" dirty="0">
                          <a:solidFill>
                            <a:srgbClr val="333333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기본 노출</a:t>
                      </a:r>
                      <a:br>
                        <a:rPr lang="en-US" altLang="ko-KR" sz="800" b="0" i="0" dirty="0">
                          <a:solidFill>
                            <a:srgbClr val="333333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</a:br>
                      <a:r>
                        <a:rPr lang="en-US" altLang="ko-KR" sz="800" b="0" i="0" dirty="0">
                          <a:solidFill>
                            <a:srgbClr val="333333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    .’</a:t>
                      </a:r>
                      <a:r>
                        <a:rPr lang="ko-KR" altLang="en-US" sz="800" b="0" i="0" dirty="0">
                          <a:solidFill>
                            <a:srgbClr val="333333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기타문의</a:t>
                      </a:r>
                      <a:r>
                        <a:rPr lang="en-US" altLang="ko-KR" sz="800" b="0" i="0" dirty="0">
                          <a:solidFill>
                            <a:srgbClr val="333333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’</a:t>
                      </a:r>
                      <a:r>
                        <a:rPr lang="ko-KR" altLang="en-US" sz="800" b="0" i="0" dirty="0">
                          <a:solidFill>
                            <a:srgbClr val="333333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는 카테고리 기타 </a:t>
                      </a:r>
                      <a:r>
                        <a:rPr lang="en-US" altLang="ko-KR" sz="800" b="0" i="0" dirty="0">
                          <a:solidFill>
                            <a:srgbClr val="333333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-&gt; </a:t>
                      </a:r>
                      <a:r>
                        <a:rPr lang="ko-KR" altLang="en-US" sz="800" b="0" i="0" dirty="0">
                          <a:solidFill>
                            <a:srgbClr val="333333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기타로 이동</a:t>
                      </a:r>
                      <a:endParaRPr lang="en-US" altLang="ko-KR" sz="800" b="0" i="0" dirty="0">
                        <a:solidFill>
                          <a:srgbClr val="333333"/>
                        </a:solidFill>
                        <a:effectLst/>
                        <a:latin typeface="+mj-lt"/>
                        <a:ea typeface="맑은 고딕" panose="020B0503020000020004" pitchFamily="50" charset="-127"/>
                        <a:cs typeface="Pretendard" panose="02000503000000020004" pitchFamily="2" charset="-127"/>
                      </a:endParaRPr>
                    </a:p>
                    <a:p>
                      <a:pPr fontAlgn="t">
                        <a:spcBef>
                          <a:spcPts val="15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i="0" dirty="0">
                          <a:solidFill>
                            <a:srgbClr val="333333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기존의 </a:t>
                      </a:r>
                      <a:r>
                        <a:rPr lang="en-US" altLang="ko-KR" sz="800" b="0" i="0" dirty="0">
                          <a:solidFill>
                            <a:srgbClr val="333333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‘</a:t>
                      </a:r>
                      <a:r>
                        <a:rPr lang="ko-KR" altLang="en-US" sz="800" b="0" i="0" dirty="0">
                          <a:solidFill>
                            <a:srgbClr val="333333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최근 이용한 서비스</a:t>
                      </a:r>
                      <a:r>
                        <a:rPr lang="en-US" altLang="ko-KR" sz="800" b="0" i="0" dirty="0">
                          <a:solidFill>
                            <a:srgbClr val="333333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’</a:t>
                      </a:r>
                      <a:r>
                        <a:rPr lang="ko-KR" altLang="en-US" sz="800" b="0" i="0" dirty="0">
                          <a:solidFill>
                            <a:srgbClr val="333333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 대신 </a:t>
                      </a:r>
                      <a:r>
                        <a:rPr lang="en-US" altLang="ko-KR" sz="800" b="0" i="0" dirty="0">
                          <a:solidFill>
                            <a:srgbClr val="333333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‘</a:t>
                      </a:r>
                      <a:r>
                        <a:rPr lang="ko-KR" altLang="en-US" sz="800" b="0" i="0" dirty="0">
                          <a:solidFill>
                            <a:srgbClr val="333333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추천 서비스</a:t>
                      </a:r>
                      <a:r>
                        <a:rPr lang="en-US" altLang="ko-KR" sz="800" b="0" i="0" dirty="0">
                          <a:solidFill>
                            <a:srgbClr val="333333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‘</a:t>
                      </a:r>
                      <a:r>
                        <a:rPr lang="ko-KR" altLang="en-US" sz="800" b="0" i="0" dirty="0">
                          <a:solidFill>
                            <a:srgbClr val="333333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로 변경</a:t>
                      </a:r>
                      <a:endParaRPr lang="en-US" altLang="ko-KR" sz="800" b="0" i="0" dirty="0">
                        <a:solidFill>
                          <a:srgbClr val="333333"/>
                        </a:solidFill>
                        <a:effectLst/>
                        <a:latin typeface="+mj-lt"/>
                        <a:ea typeface="맑은 고딕" panose="020B0503020000020004" pitchFamily="50" charset="-127"/>
                        <a:cs typeface="Pretendard" panose="02000503000000020004" pitchFamily="2" charset="-127"/>
                      </a:endParaRPr>
                    </a:p>
                    <a:p>
                      <a:pPr fontAlgn="t">
                        <a:spcBef>
                          <a:spcPts val="15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i="0" dirty="0">
                          <a:solidFill>
                            <a:srgbClr val="333333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기존의 </a:t>
                      </a:r>
                      <a:r>
                        <a:rPr lang="en-US" altLang="ko-KR" sz="800" b="0" i="0" dirty="0">
                          <a:solidFill>
                            <a:srgbClr val="333333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‘</a:t>
                      </a:r>
                      <a:r>
                        <a:rPr lang="ko-KR" altLang="en-US" sz="800" b="0" i="0" dirty="0">
                          <a:solidFill>
                            <a:srgbClr val="333333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추천 서비스</a:t>
                      </a:r>
                      <a:r>
                        <a:rPr lang="en-US" altLang="ko-KR" sz="800" b="0" i="0" dirty="0">
                          <a:solidFill>
                            <a:srgbClr val="333333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‘ </a:t>
                      </a:r>
                      <a:r>
                        <a:rPr lang="ko-KR" altLang="en-US" sz="800" b="0" i="0" dirty="0">
                          <a:solidFill>
                            <a:srgbClr val="333333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삭제</a:t>
                      </a:r>
                      <a:r>
                        <a:rPr lang="en-US" altLang="ko-KR" sz="800" b="0" i="0" dirty="0">
                          <a:solidFill>
                            <a:srgbClr val="333333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(※ </a:t>
                      </a:r>
                      <a:r>
                        <a:rPr lang="ko-KR" altLang="en-US" sz="800" b="0" i="0" dirty="0">
                          <a:solidFill>
                            <a:srgbClr val="333333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기타문의 </a:t>
                      </a:r>
                      <a:r>
                        <a:rPr lang="en-US" altLang="ko-KR" sz="800" b="0" i="0" dirty="0">
                          <a:solidFill>
                            <a:srgbClr val="333333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/ FAQ </a:t>
                      </a:r>
                      <a:r>
                        <a:rPr lang="ko-KR" altLang="en-US" sz="800" b="0" i="0" dirty="0">
                          <a:solidFill>
                            <a:srgbClr val="333333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버튼</a:t>
                      </a:r>
                      <a:r>
                        <a:rPr lang="en-US" altLang="ko-KR" sz="800" b="0" i="0" dirty="0">
                          <a:solidFill>
                            <a:srgbClr val="333333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)</a:t>
                      </a:r>
                    </a:p>
                    <a:p>
                      <a:pPr fontAlgn="t">
                        <a:spcBef>
                          <a:spcPts val="15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i="0" kern="1200" dirty="0">
                          <a:solidFill>
                            <a:srgbClr val="333333"/>
                          </a:solidFill>
                          <a:effectLst/>
                          <a:latin typeface="+mn-lt"/>
                          <a:ea typeface="+mn-ea"/>
                          <a:cs typeface="Pretendard" panose="02000503000000020004" pitchFamily="2" charset="-127"/>
                        </a:rPr>
                        <a:t>검색결과 </a:t>
                      </a:r>
                      <a:r>
                        <a:rPr lang="ko-KR" altLang="en-US" sz="800" b="0" i="0" kern="1200" dirty="0" err="1">
                          <a:solidFill>
                            <a:srgbClr val="333333"/>
                          </a:solidFill>
                          <a:effectLst/>
                          <a:latin typeface="+mn-lt"/>
                          <a:ea typeface="+mn-ea"/>
                          <a:cs typeface="Pretendard" panose="02000503000000020004" pitchFamily="2" charset="-127"/>
                        </a:rPr>
                        <a:t>없을시</a:t>
                      </a:r>
                      <a:br>
                        <a:rPr lang="en-US" altLang="ko-KR" sz="800" b="0" i="0" kern="1200" dirty="0">
                          <a:solidFill>
                            <a:srgbClr val="333333"/>
                          </a:solidFill>
                          <a:effectLst/>
                          <a:latin typeface="+mn-lt"/>
                          <a:ea typeface="+mn-ea"/>
                          <a:cs typeface="Pretendard" panose="02000503000000020004" pitchFamily="2" charset="-127"/>
                        </a:rPr>
                      </a:br>
                      <a:r>
                        <a:rPr lang="en-US" altLang="ko-KR" sz="800" b="0" i="0" kern="1200" dirty="0">
                          <a:solidFill>
                            <a:srgbClr val="333333"/>
                          </a:solidFill>
                          <a:effectLst/>
                          <a:latin typeface="+mn-lt"/>
                          <a:ea typeface="+mn-ea"/>
                          <a:cs typeface="Pretendard" panose="02000503000000020004" pitchFamily="2" charset="-127"/>
                        </a:rPr>
                        <a:t>  - </a:t>
                      </a:r>
                      <a:r>
                        <a:rPr lang="ko-KR" altLang="en-US" sz="800" b="0" i="0" kern="1200" dirty="0">
                          <a:solidFill>
                            <a:srgbClr val="333333"/>
                          </a:solidFill>
                          <a:effectLst/>
                          <a:latin typeface="+mn-lt"/>
                          <a:ea typeface="+mn-ea"/>
                          <a:cs typeface="Pretendard" panose="02000503000000020004" pitchFamily="2" charset="-127"/>
                        </a:rPr>
                        <a:t>기타문의 노출</a:t>
                      </a:r>
                      <a:endParaRPr lang="en-US" altLang="ko-KR" sz="800" b="0" i="0" dirty="0">
                        <a:solidFill>
                          <a:srgbClr val="333333"/>
                        </a:solidFill>
                        <a:effectLst/>
                        <a:latin typeface="+mj-lt"/>
                        <a:ea typeface="맑은 고딕" panose="020B0503020000020004" pitchFamily="50" charset="-127"/>
                        <a:cs typeface="Pretendard" panose="02000503000000020004" pitchFamily="2" charset="-127"/>
                      </a:endParaRPr>
                    </a:p>
                  </a:txBody>
                  <a:tcPr marL="76200" marR="76200" marT="57150" marB="571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4866200"/>
                  </a:ext>
                </a:extLst>
              </a:tr>
              <a:tr h="703934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ko-KR" sz="1000" b="1" i="0" dirty="0">
                          <a:solidFill>
                            <a:srgbClr val="1A1A2E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3</a:t>
                      </a:r>
                    </a:p>
                  </a:txBody>
                  <a:tcPr marL="76200" marR="76200" marT="57150" marB="571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ko-KR" altLang="en-US" sz="1000" b="1" i="0" dirty="0">
                          <a:solidFill>
                            <a:srgbClr val="3A5A9A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결과 화면</a:t>
                      </a:r>
                      <a:endParaRPr lang="en-US" sz="1000" b="1" i="0" dirty="0">
                        <a:solidFill>
                          <a:srgbClr val="3A5A9A"/>
                        </a:solidFill>
                        <a:effectLst/>
                        <a:latin typeface="+mj-lt"/>
                        <a:ea typeface="맑은 고딕" panose="020B0503020000020004" pitchFamily="50" charset="-127"/>
                        <a:cs typeface="Pretendard" panose="02000503000000020004" pitchFamily="2" charset="-127"/>
                      </a:endParaRPr>
                    </a:p>
                  </a:txBody>
                  <a:tcPr marL="76200" marR="76200" marT="57150" marB="571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000" b="1" i="0" dirty="0">
                          <a:solidFill>
                            <a:srgbClr val="3A5A9A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--</a:t>
                      </a:r>
                    </a:p>
                  </a:txBody>
                  <a:tcPr marL="76200" marR="76200" marT="57150" marB="571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spcBef>
                          <a:spcPts val="15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i="0" kern="1200" dirty="0">
                          <a:solidFill>
                            <a:srgbClr val="333333"/>
                          </a:solidFill>
                          <a:effectLst/>
                          <a:latin typeface="+mn-lt"/>
                          <a:ea typeface="+mn-ea"/>
                          <a:cs typeface="Pretendard" panose="02000503000000020004" pitchFamily="2" charset="-127"/>
                        </a:rPr>
                        <a:t>검색결과 없을 시</a:t>
                      </a:r>
                      <a:br>
                        <a:rPr lang="en-US" altLang="ko-KR" sz="800" b="0" i="0" kern="1200" dirty="0">
                          <a:solidFill>
                            <a:srgbClr val="333333"/>
                          </a:solidFill>
                          <a:effectLst/>
                          <a:latin typeface="+mn-lt"/>
                          <a:ea typeface="+mn-ea"/>
                          <a:cs typeface="Pretendard" panose="02000503000000020004" pitchFamily="2" charset="-127"/>
                        </a:rPr>
                      </a:br>
                      <a:r>
                        <a:rPr lang="en-US" altLang="ko-KR" sz="800" b="0" i="0" kern="1200" dirty="0">
                          <a:solidFill>
                            <a:srgbClr val="333333"/>
                          </a:solidFill>
                          <a:effectLst/>
                          <a:latin typeface="+mn-lt"/>
                          <a:ea typeface="+mn-ea"/>
                          <a:cs typeface="Pretendard" panose="02000503000000020004" pitchFamily="2" charset="-127"/>
                        </a:rPr>
                        <a:t>  -</a:t>
                      </a:r>
                      <a:r>
                        <a:rPr lang="ko-KR" altLang="en-US" sz="800" b="0" i="0" kern="1200" dirty="0">
                          <a:solidFill>
                            <a:srgbClr val="333333"/>
                          </a:solidFill>
                          <a:effectLst/>
                          <a:latin typeface="+mn-lt"/>
                          <a:ea typeface="+mn-ea"/>
                          <a:cs typeface="Pretendard" panose="02000503000000020004" pitchFamily="2" charset="-127"/>
                        </a:rPr>
                        <a:t>검색된 키워드가 없어요 노출</a:t>
                      </a:r>
                      <a:endParaRPr lang="en-US" altLang="ko-KR" sz="800" b="0" i="0" kern="1200" dirty="0">
                        <a:solidFill>
                          <a:srgbClr val="333333"/>
                        </a:solidFill>
                        <a:effectLst/>
                        <a:latin typeface="+mn-lt"/>
                        <a:ea typeface="+mn-ea"/>
                        <a:cs typeface="Pretendard" panose="02000503000000020004" pitchFamily="2" charset="-127"/>
                      </a:endParaRPr>
                    </a:p>
                    <a:p>
                      <a:pPr fontAlgn="t">
                        <a:spcBef>
                          <a:spcPts val="15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i="0" kern="1200" dirty="0">
                          <a:solidFill>
                            <a:srgbClr val="333333"/>
                          </a:solidFill>
                          <a:effectLst/>
                          <a:latin typeface="+mn-lt"/>
                          <a:ea typeface="+mn-ea"/>
                          <a:cs typeface="Pretendard" panose="02000503000000020004" pitchFamily="2" charset="-127"/>
                        </a:rPr>
                        <a:t>검색결과 있을 시</a:t>
                      </a:r>
                      <a:br>
                        <a:rPr lang="en-US" altLang="ko-KR" sz="800" b="0" i="0" kern="1200" dirty="0">
                          <a:solidFill>
                            <a:srgbClr val="333333"/>
                          </a:solidFill>
                          <a:effectLst/>
                          <a:latin typeface="+mn-lt"/>
                          <a:ea typeface="+mn-ea"/>
                          <a:cs typeface="Pretendard" panose="02000503000000020004" pitchFamily="2" charset="-127"/>
                        </a:rPr>
                      </a:br>
                      <a:r>
                        <a:rPr lang="en-US" altLang="ko-KR" sz="800" b="0" i="0" kern="1200" dirty="0">
                          <a:solidFill>
                            <a:srgbClr val="333333"/>
                          </a:solidFill>
                          <a:effectLst/>
                          <a:latin typeface="+mn-lt"/>
                          <a:ea typeface="+mn-ea"/>
                          <a:cs typeface="Pretendard" panose="02000503000000020004" pitchFamily="2" charset="-127"/>
                        </a:rPr>
                        <a:t>  -2.</a:t>
                      </a:r>
                      <a:r>
                        <a:rPr lang="ko-KR" altLang="en-US" sz="800" b="0" i="0" kern="1200" dirty="0">
                          <a:solidFill>
                            <a:srgbClr val="333333"/>
                          </a:solidFill>
                          <a:effectLst/>
                          <a:latin typeface="+mn-lt"/>
                          <a:ea typeface="+mn-ea"/>
                          <a:cs typeface="Pretendard" panose="02000503000000020004" pitchFamily="2" charset="-127"/>
                        </a:rPr>
                        <a:t> 검색 서비스 노출 화면만 노출</a:t>
                      </a:r>
                      <a:endParaRPr lang="en-US" altLang="ko-KR" sz="800" b="0" i="0" kern="1200" dirty="0">
                        <a:solidFill>
                          <a:srgbClr val="333333"/>
                        </a:solidFill>
                        <a:effectLst/>
                        <a:latin typeface="+mn-lt"/>
                        <a:ea typeface="+mn-ea"/>
                        <a:cs typeface="Pretendard" panose="02000503000000020004" pitchFamily="2" charset="-127"/>
                      </a:endParaRPr>
                    </a:p>
                  </a:txBody>
                  <a:tcPr marL="76200" marR="76200" marT="57150" marB="571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057818"/>
                  </a:ext>
                </a:extLst>
              </a:tr>
              <a:tr h="430341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ko-KR" sz="1000" b="1" i="0" dirty="0">
                          <a:solidFill>
                            <a:srgbClr val="1A1A2E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4</a:t>
                      </a:r>
                    </a:p>
                  </a:txBody>
                  <a:tcPr marL="76200" marR="76200" marT="57150" marB="571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ko-KR" altLang="en-US" sz="1000" b="1" i="0" dirty="0">
                          <a:solidFill>
                            <a:srgbClr val="3A5A9A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카테고리</a:t>
                      </a:r>
                      <a:endParaRPr lang="en-US" sz="1000" b="1" i="0" dirty="0">
                        <a:solidFill>
                          <a:srgbClr val="3A5A9A"/>
                        </a:solidFill>
                        <a:effectLst/>
                        <a:latin typeface="+mj-lt"/>
                        <a:ea typeface="맑은 고딕" panose="020B0503020000020004" pitchFamily="50" charset="-127"/>
                        <a:cs typeface="Pretendard" panose="02000503000000020004" pitchFamily="2" charset="-127"/>
                      </a:endParaRPr>
                    </a:p>
                  </a:txBody>
                  <a:tcPr marL="76200" marR="76200" marT="57150" marB="571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ko-KR" altLang="en-US" sz="1000" b="1" i="0" dirty="0">
                          <a:solidFill>
                            <a:srgbClr val="3A5A9A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버튼</a:t>
                      </a:r>
                      <a:endParaRPr lang="en-US" sz="1000" b="1" i="0" dirty="0">
                        <a:solidFill>
                          <a:srgbClr val="3A5A9A"/>
                        </a:solidFill>
                        <a:effectLst/>
                        <a:latin typeface="+mj-lt"/>
                        <a:ea typeface="맑은 고딕" panose="020B0503020000020004" pitchFamily="50" charset="-127"/>
                        <a:cs typeface="Pretendard" panose="02000503000000020004" pitchFamily="2" charset="-127"/>
                      </a:endParaRPr>
                    </a:p>
                  </a:txBody>
                  <a:tcPr marL="76200" marR="76200" marT="57150" marB="571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spcBef>
                          <a:spcPts val="15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i="0" dirty="0">
                          <a:solidFill>
                            <a:srgbClr val="333333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카테고리 전체 보기 버튼 노출</a:t>
                      </a:r>
                      <a:endParaRPr lang="en-US" altLang="ko-KR" sz="800" b="0" i="0" dirty="0">
                        <a:solidFill>
                          <a:srgbClr val="333333"/>
                        </a:solidFill>
                        <a:effectLst/>
                        <a:latin typeface="+mj-lt"/>
                        <a:ea typeface="맑은 고딕" panose="020B0503020000020004" pitchFamily="50" charset="-127"/>
                        <a:cs typeface="Pretendard" panose="02000503000000020004" pitchFamily="2" charset="-127"/>
                      </a:endParaRPr>
                    </a:p>
                    <a:p>
                      <a:pPr fontAlgn="t">
                        <a:spcBef>
                          <a:spcPts val="15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i="0" dirty="0">
                          <a:solidFill>
                            <a:srgbClr val="333333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카테고리 전체 보기 버튼 </a:t>
                      </a:r>
                      <a:r>
                        <a:rPr lang="ko-KR" altLang="en-US" sz="800" b="0" i="0" dirty="0" err="1">
                          <a:solidFill>
                            <a:srgbClr val="333333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선택시</a:t>
                      </a:r>
                      <a:r>
                        <a:rPr lang="ko-KR" altLang="en-US" sz="800" b="0" i="0" dirty="0">
                          <a:solidFill>
                            <a:srgbClr val="333333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ko-KR" altLang="en-US" sz="800" b="0" i="0" dirty="0" err="1">
                          <a:solidFill>
                            <a:srgbClr val="333333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바텀시트로</a:t>
                      </a:r>
                      <a:r>
                        <a:rPr lang="ko-KR" altLang="en-US" sz="800" b="0" i="0" dirty="0">
                          <a:solidFill>
                            <a:srgbClr val="333333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 전체 카테고리 노출</a:t>
                      </a:r>
                    </a:p>
                  </a:txBody>
                  <a:tcPr marL="76200" marR="76200" marT="57150" marB="571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9559230"/>
                  </a:ext>
                </a:extLst>
              </a:tr>
              <a:tr h="401841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ko-KR" sz="1000" b="1" i="0" dirty="0">
                          <a:solidFill>
                            <a:srgbClr val="1A1A2E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5</a:t>
                      </a:r>
                    </a:p>
                  </a:txBody>
                  <a:tcPr marL="76200" marR="76200" marT="57150" marB="571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ko-KR" altLang="en-US" sz="1000" b="1" i="0" dirty="0">
                          <a:solidFill>
                            <a:srgbClr val="3A5A9A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진행 </a:t>
                      </a:r>
                      <a:r>
                        <a:rPr lang="en-US" altLang="ko-KR" sz="1000" b="1" i="0" dirty="0">
                          <a:solidFill>
                            <a:srgbClr val="3A5A9A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bar</a:t>
                      </a:r>
                      <a:endParaRPr lang="en-US" sz="1000" b="1" i="0" dirty="0">
                        <a:solidFill>
                          <a:srgbClr val="3A5A9A"/>
                        </a:solidFill>
                        <a:effectLst/>
                        <a:latin typeface="+mj-lt"/>
                        <a:ea typeface="맑은 고딕" panose="020B0503020000020004" pitchFamily="50" charset="-127"/>
                        <a:cs typeface="Pretendard" panose="02000503000000020004" pitchFamily="2" charset="-127"/>
                      </a:endParaRPr>
                    </a:p>
                  </a:txBody>
                  <a:tcPr marL="76200" marR="76200" marT="57150" marB="571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000" b="1" i="0" dirty="0">
                          <a:solidFill>
                            <a:srgbClr val="3A5A9A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--</a:t>
                      </a:r>
                    </a:p>
                  </a:txBody>
                  <a:tcPr marL="76200" marR="76200" marT="57150" marB="571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1" hangingPunct="1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i="0" dirty="0">
                          <a:solidFill>
                            <a:srgbClr val="333333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단계표시 </a:t>
                      </a:r>
                      <a:r>
                        <a:rPr lang="en-US" altLang="ko-KR" sz="800" b="0" i="0" dirty="0">
                          <a:solidFill>
                            <a:srgbClr val="333333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3</a:t>
                      </a:r>
                      <a:r>
                        <a:rPr lang="ko-KR" altLang="en-US" sz="800" b="0" i="0" dirty="0">
                          <a:solidFill>
                            <a:srgbClr val="333333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단계</a:t>
                      </a:r>
                      <a:r>
                        <a:rPr lang="en-US" altLang="ko-KR" sz="800" b="0" i="0" dirty="0">
                          <a:solidFill>
                            <a:srgbClr val="333333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(</a:t>
                      </a:r>
                      <a:r>
                        <a:rPr lang="ko-KR" altLang="en-US" sz="800" b="0" i="0" dirty="0">
                          <a:solidFill>
                            <a:srgbClr val="333333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모든 단계는 원형으로 표현</a:t>
                      </a:r>
                      <a:r>
                        <a:rPr lang="en-US" altLang="ko-KR" sz="800" b="0" i="0" dirty="0">
                          <a:solidFill>
                            <a:srgbClr val="333333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)</a:t>
                      </a:r>
                      <a:br>
                        <a:rPr lang="en-US" altLang="ko-KR" sz="800" b="0" i="0" kern="1200" dirty="0">
                          <a:solidFill>
                            <a:srgbClr val="FF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</a:br>
                      <a:r>
                        <a:rPr lang="en-US" altLang="ko-KR" sz="800" b="0" i="0" kern="1200" dirty="0">
                          <a:solidFill>
                            <a:srgbClr val="FF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  ※ </a:t>
                      </a:r>
                      <a:r>
                        <a:rPr lang="ko-KR" altLang="en-US" sz="800" b="0" i="0" kern="1200" dirty="0">
                          <a:solidFill>
                            <a:srgbClr val="FF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① 접수하기 진입 </a:t>
                      </a:r>
                      <a:r>
                        <a:rPr lang="en-US" altLang="ko-KR" sz="800" b="0" i="0" kern="1200" dirty="0">
                          <a:solidFill>
                            <a:srgbClr val="FF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-&gt; </a:t>
                      </a:r>
                      <a:r>
                        <a:rPr lang="ko-KR" altLang="en-US" sz="800" b="0" i="0" kern="1200" dirty="0">
                          <a:solidFill>
                            <a:srgbClr val="FF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② 카테고리 선택 </a:t>
                      </a:r>
                      <a:r>
                        <a:rPr lang="en-US" altLang="ko-KR" sz="800" b="0" i="0" kern="1200" dirty="0">
                          <a:solidFill>
                            <a:srgbClr val="FF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-&gt; </a:t>
                      </a:r>
                      <a:r>
                        <a:rPr lang="ko-KR" altLang="en-US" sz="800" b="0" i="0" kern="1200" dirty="0">
                          <a:solidFill>
                            <a:srgbClr val="FF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③ 정보입력 화면</a:t>
                      </a:r>
                      <a:endParaRPr lang="en-US" altLang="ko-KR" sz="800" b="0" i="0" dirty="0">
                        <a:solidFill>
                          <a:srgbClr val="333333"/>
                        </a:solidFill>
                        <a:effectLst/>
                        <a:latin typeface="+mj-lt"/>
                        <a:ea typeface="맑은 고딕" panose="020B0503020000020004" pitchFamily="50" charset="-127"/>
                        <a:cs typeface="Pretendard" panose="02000503000000020004" pitchFamily="2" charset="-127"/>
                      </a:endParaRPr>
                    </a:p>
                  </a:txBody>
                  <a:tcPr marL="76200" marR="76200" marT="57150" marB="571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1555032"/>
                  </a:ext>
                </a:extLst>
              </a:tr>
              <a:tr h="299243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ko-KR" sz="1000" b="1" i="0" dirty="0">
                          <a:solidFill>
                            <a:srgbClr val="1A1A2E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6</a:t>
                      </a:r>
                    </a:p>
                  </a:txBody>
                  <a:tcPr marL="76200" marR="76200" marT="57150" marB="571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ko-KR" altLang="en-US" sz="1000" b="1" i="0" dirty="0" err="1">
                          <a:solidFill>
                            <a:srgbClr val="3A5A9A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뒤로가기</a:t>
                      </a:r>
                      <a:endParaRPr lang="en-US" sz="1000" b="1" i="0" dirty="0">
                        <a:solidFill>
                          <a:srgbClr val="3A5A9A"/>
                        </a:solidFill>
                        <a:effectLst/>
                        <a:latin typeface="+mj-lt"/>
                        <a:ea typeface="맑은 고딕" panose="020B0503020000020004" pitchFamily="50" charset="-127"/>
                        <a:cs typeface="Pretendard" panose="02000503000000020004" pitchFamily="2" charset="-127"/>
                      </a:endParaRPr>
                    </a:p>
                  </a:txBody>
                  <a:tcPr marL="76200" marR="76200" marT="57150" marB="571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en-US" sz="1000" b="1" i="0" dirty="0">
                        <a:solidFill>
                          <a:srgbClr val="3A5A9A"/>
                        </a:solidFill>
                        <a:effectLst/>
                        <a:latin typeface="+mj-lt"/>
                        <a:ea typeface="맑은 고딕" panose="020B0503020000020004" pitchFamily="50" charset="-127"/>
                        <a:cs typeface="Pretendard" panose="02000503000000020004" pitchFamily="2" charset="-127"/>
                      </a:endParaRPr>
                    </a:p>
                  </a:txBody>
                  <a:tcPr marL="76200" marR="76200" marT="57150" marB="571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1" hangingPunct="1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i="0" kern="1200" dirty="0">
                          <a:solidFill>
                            <a:srgbClr val="333333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홈으로 이동</a:t>
                      </a:r>
                      <a:endParaRPr lang="en-US" altLang="ko-KR" sz="800" b="0" i="0" kern="1200" dirty="0">
                        <a:solidFill>
                          <a:srgbClr val="333333"/>
                        </a:solidFill>
                        <a:effectLst/>
                        <a:latin typeface="+mj-lt"/>
                        <a:ea typeface="맑은 고딕" panose="020B0503020000020004" pitchFamily="50" charset="-127"/>
                        <a:cs typeface="Pretendard" panose="02000503000000020004" pitchFamily="2" charset="-127"/>
                      </a:endParaRPr>
                    </a:p>
                  </a:txBody>
                  <a:tcPr marL="76200" marR="76200" marT="57150" marB="571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0153124"/>
                  </a:ext>
                </a:extLst>
              </a:tr>
              <a:tr h="299243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ko-KR" sz="1000" b="1" i="0" dirty="0">
                          <a:solidFill>
                            <a:srgbClr val="1A1A2E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7</a:t>
                      </a:r>
                    </a:p>
                  </a:txBody>
                  <a:tcPr marL="76200" marR="76200" marT="57150" marB="571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ko-KR" altLang="en-US" sz="1000" b="1" i="0" dirty="0">
                          <a:solidFill>
                            <a:srgbClr val="3A5A9A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키워드 </a:t>
                      </a:r>
                      <a:endParaRPr lang="en-US" sz="1000" b="1" i="0" dirty="0">
                        <a:solidFill>
                          <a:srgbClr val="3A5A9A"/>
                        </a:solidFill>
                        <a:effectLst/>
                        <a:latin typeface="+mj-lt"/>
                        <a:ea typeface="맑은 고딕" panose="020B0503020000020004" pitchFamily="50" charset="-127"/>
                        <a:cs typeface="Pretendard" panose="02000503000000020004" pitchFamily="2" charset="-127"/>
                      </a:endParaRPr>
                    </a:p>
                  </a:txBody>
                  <a:tcPr marL="76200" marR="76200" marT="57150" marB="571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ko-KR" altLang="en-US" sz="1000" b="1" i="0" dirty="0">
                          <a:solidFill>
                            <a:srgbClr val="3A5A9A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버튼</a:t>
                      </a:r>
                      <a:endParaRPr lang="en-US" sz="1000" b="1" i="0" dirty="0">
                        <a:solidFill>
                          <a:srgbClr val="3A5A9A"/>
                        </a:solidFill>
                        <a:effectLst/>
                        <a:latin typeface="+mj-lt"/>
                        <a:ea typeface="맑은 고딕" panose="020B0503020000020004" pitchFamily="50" charset="-127"/>
                        <a:cs typeface="Pretendard" panose="02000503000000020004" pitchFamily="2" charset="-127"/>
                      </a:endParaRPr>
                    </a:p>
                  </a:txBody>
                  <a:tcPr marL="76200" marR="76200" marT="57150" marB="571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1" hangingPunct="1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i="0" kern="1200" dirty="0">
                          <a:solidFill>
                            <a:srgbClr val="333333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찾는 키워드가 없나요</a:t>
                      </a:r>
                      <a:r>
                        <a:rPr lang="en-US" altLang="ko-KR" sz="800" b="0" i="0" kern="1200" dirty="0">
                          <a:solidFill>
                            <a:srgbClr val="333333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?</a:t>
                      </a:r>
                    </a:p>
                  </a:txBody>
                  <a:tcPr marL="76200" marR="76200" marT="57150" marB="571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2405713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A9EE2566-EB48-8E13-5707-20E77CC3945A}"/>
              </a:ext>
            </a:extLst>
          </p:cNvPr>
          <p:cNvSpPr txBox="1"/>
          <p:nvPr/>
        </p:nvSpPr>
        <p:spPr>
          <a:xfrm>
            <a:off x="827523" y="1059498"/>
            <a:ext cx="198655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100" b="1" u="sng" dirty="0">
                <a:latin typeface="+mj-lt"/>
              </a:rPr>
              <a:t>화면 구성</a:t>
            </a:r>
            <a:r>
              <a:rPr lang="en-US" altLang="ko-KR" sz="1100" b="1" u="sng" dirty="0">
                <a:latin typeface="+mj-lt"/>
              </a:rPr>
              <a:t>(</a:t>
            </a:r>
            <a:r>
              <a:rPr lang="ko-KR" altLang="en-US" sz="1100" b="1" u="sng" dirty="0">
                <a:latin typeface="+mj-lt"/>
              </a:rPr>
              <a:t>검색 결과 없을 시</a:t>
            </a:r>
            <a:r>
              <a:rPr lang="en-US" altLang="ko-KR" sz="1100" b="1" u="sng" dirty="0">
                <a:latin typeface="+mj-lt"/>
              </a:rPr>
              <a:t>)</a:t>
            </a:r>
            <a:endParaRPr lang="ko-KR" altLang="en-US" sz="1100" b="1" u="sng" dirty="0">
              <a:latin typeface="+mj-lt"/>
            </a:endParaRPr>
          </a:p>
        </p:txBody>
      </p:sp>
      <p:sp>
        <p:nvSpPr>
          <p:cNvPr id="52" name="타원 51">
            <a:extLst>
              <a:ext uri="{FF2B5EF4-FFF2-40B4-BE49-F238E27FC236}">
                <a16:creationId xmlns:a16="http://schemas.microsoft.com/office/drawing/2014/main" id="{76E4F2D4-F4DD-4B96-9B57-C9E012AD3C15}"/>
              </a:ext>
            </a:extLst>
          </p:cNvPr>
          <p:cNvSpPr/>
          <p:nvPr/>
        </p:nvSpPr>
        <p:spPr>
          <a:xfrm>
            <a:off x="1236691" y="5969049"/>
            <a:ext cx="190500" cy="1905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latin typeface="+mj-lt"/>
              </a:rPr>
              <a:t>4</a:t>
            </a:r>
            <a:endParaRPr lang="ko-KR" altLang="en-US" sz="1000" dirty="0">
              <a:latin typeface="+mj-lt"/>
            </a:endParaRPr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6916E2C4-91BA-3D9E-4B15-F611B53476E0}"/>
              </a:ext>
            </a:extLst>
          </p:cNvPr>
          <p:cNvSpPr/>
          <p:nvPr/>
        </p:nvSpPr>
        <p:spPr>
          <a:xfrm>
            <a:off x="1500593" y="3292591"/>
            <a:ext cx="190500" cy="1905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latin typeface="+mj-lt"/>
              </a:rPr>
              <a:t>1</a:t>
            </a:r>
            <a:endParaRPr lang="ko-KR" altLang="en-US" sz="1000" dirty="0">
              <a:latin typeface="+mj-lt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92DD8AD-BEB3-04CB-4580-291D38A01054}"/>
              </a:ext>
            </a:extLst>
          </p:cNvPr>
          <p:cNvSpPr txBox="1"/>
          <p:nvPr/>
        </p:nvSpPr>
        <p:spPr>
          <a:xfrm>
            <a:off x="1236733" y="313531"/>
            <a:ext cx="13356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/>
              <a:t>불편신고</a:t>
            </a:r>
            <a:r>
              <a:rPr lang="en-US" altLang="ko-KR" sz="1400" b="1" dirty="0"/>
              <a:t>-</a:t>
            </a:r>
            <a:r>
              <a:rPr lang="ko-KR" altLang="en-US" sz="1400" b="1" dirty="0"/>
              <a:t>검색</a:t>
            </a: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476467D6-D0EE-90FE-60E7-A6617A9F2A0B}"/>
              </a:ext>
            </a:extLst>
          </p:cNvPr>
          <p:cNvSpPr/>
          <p:nvPr/>
        </p:nvSpPr>
        <p:spPr>
          <a:xfrm>
            <a:off x="1711931" y="3813185"/>
            <a:ext cx="190500" cy="1905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latin typeface="+mj-lt"/>
              </a:rPr>
              <a:t>2</a:t>
            </a:r>
            <a:endParaRPr lang="ko-KR" altLang="en-US" sz="1000" dirty="0">
              <a:latin typeface="+mj-lt"/>
            </a:endParaRPr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353E42B0-460B-2F50-266A-25DE02160C91}"/>
              </a:ext>
            </a:extLst>
          </p:cNvPr>
          <p:cNvSpPr/>
          <p:nvPr/>
        </p:nvSpPr>
        <p:spPr>
          <a:xfrm>
            <a:off x="2120487" y="4768432"/>
            <a:ext cx="190500" cy="1905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latin typeface="+mj-lt"/>
              </a:rPr>
              <a:t>3</a:t>
            </a:r>
            <a:endParaRPr lang="ko-KR" altLang="en-US" sz="1000" dirty="0">
              <a:latin typeface="+mj-lt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33CADD17-1F02-410B-B0F4-B62BD8EABBE4}"/>
              </a:ext>
            </a:extLst>
          </p:cNvPr>
          <p:cNvSpPr/>
          <p:nvPr/>
        </p:nvSpPr>
        <p:spPr>
          <a:xfrm>
            <a:off x="715718" y="5492234"/>
            <a:ext cx="2256082" cy="4006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D8E1A4B-1BA4-977B-D36A-EF94D01B9B28}"/>
              </a:ext>
            </a:extLst>
          </p:cNvPr>
          <p:cNvSpPr txBox="1"/>
          <p:nvPr/>
        </p:nvSpPr>
        <p:spPr>
          <a:xfrm>
            <a:off x="3263805" y="626859"/>
            <a:ext cx="72327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50" dirty="0"/>
              <a:t>기존요소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EF96C96-1D46-B2C5-1698-2DD50F788CAB}"/>
              </a:ext>
            </a:extLst>
          </p:cNvPr>
          <p:cNvSpPr txBox="1"/>
          <p:nvPr/>
        </p:nvSpPr>
        <p:spPr>
          <a:xfrm>
            <a:off x="4009946" y="626859"/>
            <a:ext cx="72327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50" dirty="0">
                <a:solidFill>
                  <a:srgbClr val="FF0000"/>
                </a:solidFill>
              </a:rPr>
              <a:t>변경요소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C80F180-2A24-D0DC-38EC-19C26D9950E8}"/>
              </a:ext>
            </a:extLst>
          </p:cNvPr>
          <p:cNvSpPr txBox="1"/>
          <p:nvPr/>
        </p:nvSpPr>
        <p:spPr>
          <a:xfrm>
            <a:off x="3654706" y="1059498"/>
            <a:ext cx="198655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100" b="1" u="sng" dirty="0">
                <a:latin typeface="+mj-lt"/>
              </a:rPr>
              <a:t>화면 구성</a:t>
            </a:r>
            <a:r>
              <a:rPr lang="en-US" altLang="ko-KR" sz="1100" b="1" u="sng" dirty="0">
                <a:latin typeface="+mj-lt"/>
              </a:rPr>
              <a:t>(</a:t>
            </a:r>
            <a:r>
              <a:rPr lang="ko-KR" altLang="en-US" sz="1100" b="1" u="sng" dirty="0">
                <a:latin typeface="+mj-lt"/>
              </a:rPr>
              <a:t>검색 결과 있을 시</a:t>
            </a:r>
            <a:r>
              <a:rPr lang="en-US" altLang="ko-KR" sz="1100" b="1" u="sng" dirty="0">
                <a:latin typeface="+mj-lt"/>
              </a:rPr>
              <a:t>)</a:t>
            </a:r>
            <a:endParaRPr lang="ko-KR" altLang="en-US" sz="1100" b="1" u="sng" dirty="0">
              <a:latin typeface="+mj-lt"/>
            </a:endParaRP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563A6234-F04F-6796-0DF8-929CD23E260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412231" y="876402"/>
            <a:ext cx="2164611" cy="4692923"/>
          </a:xfrm>
          <a:prstGeom prst="rect">
            <a:avLst/>
          </a:prstGeom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5598ACFA-36BD-C484-E492-C1C4CD89844E}"/>
              </a:ext>
            </a:extLst>
          </p:cNvPr>
          <p:cNvSpPr/>
          <p:nvPr/>
        </p:nvSpPr>
        <p:spPr>
          <a:xfrm>
            <a:off x="-7457967" y="3562161"/>
            <a:ext cx="2256082" cy="14736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EAEF56A0-B49A-A817-7819-6E8F89D3DD22}"/>
              </a:ext>
            </a:extLst>
          </p:cNvPr>
          <p:cNvSpPr/>
          <p:nvPr/>
        </p:nvSpPr>
        <p:spPr>
          <a:xfrm>
            <a:off x="715718" y="4287330"/>
            <a:ext cx="2256082" cy="4006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764AF8CC-A2E6-CA3F-384E-00243DFC85CC}"/>
              </a:ext>
            </a:extLst>
          </p:cNvPr>
          <p:cNvSpPr/>
          <p:nvPr/>
        </p:nvSpPr>
        <p:spPr>
          <a:xfrm>
            <a:off x="-7407398" y="2956131"/>
            <a:ext cx="782994" cy="190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추천서비스</a:t>
            </a: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C4D675BF-03AD-A2D0-8529-230C9DCC4A30}"/>
              </a:ext>
            </a:extLst>
          </p:cNvPr>
          <p:cNvSpPr/>
          <p:nvPr/>
        </p:nvSpPr>
        <p:spPr>
          <a:xfrm>
            <a:off x="4324708" y="3813185"/>
            <a:ext cx="190500" cy="1905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latin typeface="+mj-lt"/>
              </a:rPr>
              <a:t>2</a:t>
            </a:r>
            <a:endParaRPr lang="ko-KR" altLang="en-US" sz="1000" dirty="0">
              <a:latin typeface="+mj-lt"/>
            </a:endParaRP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5147AF22-39E3-7F20-70D5-D2503B745AE7}"/>
              </a:ext>
            </a:extLst>
          </p:cNvPr>
          <p:cNvSpPr/>
          <p:nvPr/>
        </p:nvSpPr>
        <p:spPr>
          <a:xfrm>
            <a:off x="-7319915" y="3430276"/>
            <a:ext cx="802994" cy="179895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/>
              <a:t>기타문의</a:t>
            </a:r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9741E080-BC73-BF6A-6FD1-3B26AF7BF25D}"/>
              </a:ext>
            </a:extLst>
          </p:cNvPr>
          <p:cNvSpPr/>
          <p:nvPr/>
        </p:nvSpPr>
        <p:spPr>
          <a:xfrm>
            <a:off x="2640284" y="2475420"/>
            <a:ext cx="190500" cy="1905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latin typeface="+mj-lt"/>
              </a:rPr>
              <a:t>5</a:t>
            </a:r>
            <a:endParaRPr lang="ko-KR" altLang="en-US" sz="1000" dirty="0">
              <a:latin typeface="+mj-lt"/>
            </a:endParaRPr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C69969AC-5DF4-063C-895B-AE4E171EAF6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-7412231" y="1475445"/>
            <a:ext cx="782994" cy="291540"/>
          </a:xfrm>
          <a:prstGeom prst="rect">
            <a:avLst/>
          </a:prstGeom>
        </p:spPr>
      </p:pic>
      <p:sp>
        <p:nvSpPr>
          <p:cNvPr id="31" name="타원 30">
            <a:extLst>
              <a:ext uri="{FF2B5EF4-FFF2-40B4-BE49-F238E27FC236}">
                <a16:creationId xmlns:a16="http://schemas.microsoft.com/office/drawing/2014/main" id="{171803A9-2CC8-0C13-A25A-C245B666FAD5}"/>
              </a:ext>
            </a:extLst>
          </p:cNvPr>
          <p:cNvSpPr/>
          <p:nvPr/>
        </p:nvSpPr>
        <p:spPr>
          <a:xfrm>
            <a:off x="4330645" y="2323020"/>
            <a:ext cx="190500" cy="1905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latin typeface="+mj-lt"/>
              </a:rPr>
              <a:t>5</a:t>
            </a:r>
            <a:endParaRPr lang="ko-KR" altLang="en-US" sz="1000" dirty="0">
              <a:latin typeface="+mj-lt"/>
            </a:endParaRPr>
          </a:p>
        </p:txBody>
      </p:sp>
      <p:sp>
        <p:nvSpPr>
          <p:cNvPr id="32" name="타원 31">
            <a:extLst>
              <a:ext uri="{FF2B5EF4-FFF2-40B4-BE49-F238E27FC236}">
                <a16:creationId xmlns:a16="http://schemas.microsoft.com/office/drawing/2014/main" id="{FE8E4DFD-3992-9D26-D3B6-1D68B153E52D}"/>
              </a:ext>
            </a:extLst>
          </p:cNvPr>
          <p:cNvSpPr/>
          <p:nvPr/>
        </p:nvSpPr>
        <p:spPr>
          <a:xfrm>
            <a:off x="3486095" y="2065845"/>
            <a:ext cx="190500" cy="1905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latin typeface="+mj-lt"/>
              </a:rPr>
              <a:t>6</a:t>
            </a:r>
            <a:endParaRPr lang="ko-KR" altLang="en-US" sz="1000" dirty="0">
              <a:latin typeface="+mj-lt"/>
            </a:endParaRPr>
          </a:p>
        </p:txBody>
      </p: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4B5999EB-D06B-6F4A-7BDE-21516D0D43CD}"/>
              </a:ext>
            </a:extLst>
          </p:cNvPr>
          <p:cNvGrpSpPr/>
          <p:nvPr/>
        </p:nvGrpSpPr>
        <p:grpSpPr>
          <a:xfrm>
            <a:off x="-2592687" y="863751"/>
            <a:ext cx="2256083" cy="4692744"/>
            <a:chOff x="-2420280" y="1733456"/>
            <a:chExt cx="2256083" cy="4692744"/>
          </a:xfrm>
        </p:grpSpPr>
        <p:pic>
          <p:nvPicPr>
            <p:cNvPr id="43" name="그림 42">
              <a:extLst>
                <a:ext uri="{FF2B5EF4-FFF2-40B4-BE49-F238E27FC236}">
                  <a16:creationId xmlns:a16="http://schemas.microsoft.com/office/drawing/2014/main" id="{E2758FDE-EE4C-A7CB-7086-E23640DE862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2374544" y="1733456"/>
              <a:ext cx="2164611" cy="4692744"/>
            </a:xfrm>
            <a:prstGeom prst="rect">
              <a:avLst/>
            </a:prstGeom>
          </p:spPr>
        </p:pic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AF3ACCA8-8D16-C991-618C-D186B95CA476}"/>
                </a:ext>
              </a:extLst>
            </p:cNvPr>
            <p:cNvSpPr/>
            <p:nvPr/>
          </p:nvSpPr>
          <p:spPr>
            <a:xfrm>
              <a:off x="-2420279" y="5492234"/>
              <a:ext cx="2256082" cy="40066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1" name="직사각형 50">
              <a:extLst>
                <a:ext uri="{FF2B5EF4-FFF2-40B4-BE49-F238E27FC236}">
                  <a16:creationId xmlns:a16="http://schemas.microsoft.com/office/drawing/2014/main" id="{2DAB3630-7042-82AE-E8A1-29DE4432E79F}"/>
                </a:ext>
              </a:extLst>
            </p:cNvPr>
            <p:cNvSpPr/>
            <p:nvPr/>
          </p:nvSpPr>
          <p:spPr>
            <a:xfrm>
              <a:off x="-2420279" y="4287330"/>
              <a:ext cx="2256082" cy="40066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id="{F233D175-8BB6-0FA3-3371-F6794C230426}"/>
                </a:ext>
              </a:extLst>
            </p:cNvPr>
            <p:cNvSpPr/>
            <p:nvPr/>
          </p:nvSpPr>
          <p:spPr>
            <a:xfrm>
              <a:off x="-2420279" y="3813185"/>
              <a:ext cx="782994" cy="1905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추천서비스</a:t>
              </a:r>
            </a:p>
          </p:txBody>
        </p:sp>
        <p:sp>
          <p:nvSpPr>
            <p:cNvPr id="54" name="직사각형 53">
              <a:extLst>
                <a:ext uri="{FF2B5EF4-FFF2-40B4-BE49-F238E27FC236}">
                  <a16:creationId xmlns:a16="http://schemas.microsoft.com/office/drawing/2014/main" id="{6DEB3766-92B7-B976-3BBE-1C4316BC4A7E}"/>
                </a:ext>
              </a:extLst>
            </p:cNvPr>
            <p:cNvSpPr/>
            <p:nvPr/>
          </p:nvSpPr>
          <p:spPr>
            <a:xfrm>
              <a:off x="-2420280" y="4050257"/>
              <a:ext cx="1232448" cy="1905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ko-KR" altLang="en-US" sz="700" dirty="0">
                <a:solidFill>
                  <a:schemeClr val="tx1"/>
                </a:solidFill>
              </a:endParaRPr>
            </a:p>
          </p:txBody>
        </p:sp>
        <p:sp>
          <p:nvSpPr>
            <p:cNvPr id="55" name="사각형: 둥근 모서리 54">
              <a:extLst>
                <a:ext uri="{FF2B5EF4-FFF2-40B4-BE49-F238E27FC236}">
                  <a16:creationId xmlns:a16="http://schemas.microsoft.com/office/drawing/2014/main" id="{8CDE2874-CEA9-06A1-84CE-36DEB6604DB7}"/>
                </a:ext>
              </a:extLst>
            </p:cNvPr>
            <p:cNvSpPr/>
            <p:nvPr/>
          </p:nvSpPr>
          <p:spPr>
            <a:xfrm>
              <a:off x="-2295014" y="4020659"/>
              <a:ext cx="802994" cy="179895"/>
            </a:xfrm>
            <a:prstGeom prst="roundRect">
              <a:avLst>
                <a:gd name="adj" fmla="val 50000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/>
                <a:t>기타문의</a:t>
              </a:r>
            </a:p>
          </p:txBody>
        </p:sp>
      </p:grpSp>
      <p:pic>
        <p:nvPicPr>
          <p:cNvPr id="75" name="그림 74">
            <a:extLst>
              <a:ext uri="{FF2B5EF4-FFF2-40B4-BE49-F238E27FC236}">
                <a16:creationId xmlns:a16="http://schemas.microsoft.com/office/drawing/2014/main" id="{E5F11595-9ABC-C580-1519-D3521FA8938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1734" b="15223"/>
          <a:stretch>
            <a:fillRect/>
          </a:stretch>
        </p:blipFill>
        <p:spPr>
          <a:xfrm>
            <a:off x="6133727" y="5102749"/>
            <a:ext cx="3163253" cy="1580297"/>
          </a:xfrm>
          <a:prstGeom prst="rect">
            <a:avLst/>
          </a:prstGeom>
        </p:spPr>
      </p:pic>
      <p:sp>
        <p:nvSpPr>
          <p:cNvPr id="76" name="타원 75">
            <a:extLst>
              <a:ext uri="{FF2B5EF4-FFF2-40B4-BE49-F238E27FC236}">
                <a16:creationId xmlns:a16="http://schemas.microsoft.com/office/drawing/2014/main" id="{0E63E333-40A7-B4D3-7FF1-29CA074E3345}"/>
              </a:ext>
            </a:extLst>
          </p:cNvPr>
          <p:cNvSpPr/>
          <p:nvPr/>
        </p:nvSpPr>
        <p:spPr>
          <a:xfrm>
            <a:off x="6390347" y="5301734"/>
            <a:ext cx="190500" cy="1905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latin typeface="+mj-lt"/>
              </a:rPr>
              <a:t>7</a:t>
            </a:r>
            <a:endParaRPr lang="ko-KR" altLang="en-US" sz="1000" dirty="0">
              <a:latin typeface="+mj-lt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9A2AEE54-C5DA-7B41-02B9-AE1865FE7FC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-3011591" y="6505297"/>
            <a:ext cx="782994" cy="291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2359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xc81c__xc791__xb144__xb3c4_ xmlns="65f7bd14-20ef-479f-9d36-31b77f8ca2dc">2025년</_xc81c__xc791__xb144__xb3c4_>
    <TaxCatchAll xmlns="2c0ba3d7-3df1-4fee-9830-f283e249846b" xsi:nil="true"/>
    <lcf76f155ced4ddcb4097134ff3c332f xmlns="65f7bd14-20ef-479f-9d36-31b77f8ca2dc">
      <Terms xmlns="http://schemas.microsoft.com/office/infopath/2007/PartnerControls"/>
    </lcf76f155ced4ddcb4097134ff3c332f>
    <_xd30c__xc77c__xc124__xba85_ xmlns="65f7bd14-20ef-479f-9d36-31b77f8ca2dc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1DCC71BD8FA8D34A9F459AE7FC7A800D" ma:contentTypeVersion="15" ma:contentTypeDescription="새 문서를 만듭니다." ma:contentTypeScope="" ma:versionID="749a548aa8b8720390bb8f56a1ace7ab">
  <xsd:schema xmlns:xsd="http://www.w3.org/2001/XMLSchema" xmlns:xs="http://www.w3.org/2001/XMLSchema" xmlns:p="http://schemas.microsoft.com/office/2006/metadata/properties" xmlns:ns2="65f7bd14-20ef-479f-9d36-31b77f8ca2dc" xmlns:ns3="2c0ba3d7-3df1-4fee-9830-f283e249846b" targetNamespace="http://schemas.microsoft.com/office/2006/metadata/properties" ma:root="true" ma:fieldsID="1da61f2df2e2ca5898c2ae7754c98c21" ns2:_="" ns3:_="">
    <xsd:import namespace="65f7bd14-20ef-479f-9d36-31b77f8ca2dc"/>
    <xsd:import namespace="2c0ba3d7-3df1-4fee-9830-f283e249846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BillingMetadata" minOccurs="0"/>
                <xsd:element ref="ns2:_xd30c__xc77c__xc124__xba85_" minOccurs="0"/>
                <xsd:element ref="ns2:_xc81c__xc791__xb144__xb3c4_" minOccurs="0"/>
                <xsd:element ref="ns2:MediaServiceLocatio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5f7bd14-20ef-479f-9d36-31b77f8ca2d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2" nillable="true" ma:taxonomy="true" ma:internalName="lcf76f155ced4ddcb4097134ff3c332f" ma:taxonomyFieldName="MediaServiceImageTags" ma:displayName="이미지 태그" ma:readOnly="false" ma:fieldId="{5cf76f15-5ced-4ddc-b409-7134ff3c332f}" ma:taxonomyMulti="true" ma:sspId="0a8d30ef-3c9a-48a0-9774-a8f0771800c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BillingMetadata" ma:index="18" nillable="true" ma:displayName="MediaServiceBillingMetadata" ma:hidden="true" ma:internalName="MediaServiceBillingMetadata" ma:readOnly="true">
      <xsd:simpleType>
        <xsd:restriction base="dms:Note"/>
      </xsd:simpleType>
    </xsd:element>
    <xsd:element name="_xd30c__xc77c__xc124__xba85_" ma:index="19" nillable="true" ma:displayName="파일 설명" ma:format="Dropdown" ma:internalName="_xd30c__xc77c__xc124__xba85_">
      <xsd:simpleType>
        <xsd:restriction base="dms:Note">
          <xsd:maxLength value="255"/>
        </xsd:restriction>
      </xsd:simpleType>
    </xsd:element>
    <xsd:element name="_xc81c__xc791__xb144__xb3c4_" ma:index="20" nillable="true" ma:displayName="제작년도" ma:default="2025년" ma:format="Dropdown" ma:internalName="_xc81c__xc791__xb144__xb3c4_">
      <xsd:simpleType>
        <xsd:union memberTypes="dms:Text">
          <xsd:simpleType>
            <xsd:restriction base="dms:Choice">
              <xsd:enumeration value="2025년"/>
              <xsd:enumeration value="2024년"/>
              <xsd:enumeration value="2026년"/>
            </xsd:restriction>
          </xsd:simpleType>
        </xsd:union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c0ba3d7-3df1-4fee-9830-f283e249846b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5117338f-e3a8-488a-b9c2-540161cd0242}" ma:internalName="TaxCatchAll" ma:showField="CatchAllData" ma:web="2c0ba3d7-3df1-4fee-9830-f283e249846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5BAD8F3-29D0-4305-BEE0-AAA2E3EF38BE}">
  <ds:schemaRefs>
    <ds:schemaRef ds:uri="http://schemas.microsoft.com/office/2006/documentManagement/types"/>
    <ds:schemaRef ds:uri="http://www.w3.org/XML/1998/namespace"/>
    <ds:schemaRef ds:uri="65f7bd14-20ef-479f-9d36-31b77f8ca2dc"/>
    <ds:schemaRef ds:uri="http://purl.org/dc/dcmitype/"/>
    <ds:schemaRef ds:uri="http://purl.org/dc/elements/1.1/"/>
    <ds:schemaRef ds:uri="http://schemas.openxmlformats.org/package/2006/metadata/core-properties"/>
    <ds:schemaRef ds:uri="http://schemas.microsoft.com/office/infopath/2007/PartnerControls"/>
    <ds:schemaRef ds:uri="2c0ba3d7-3df1-4fee-9830-f283e249846b"/>
    <ds:schemaRef ds:uri="http://schemas.microsoft.com/office/2006/metadata/properties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7704E9B0-BCA8-46E7-9D98-1F702F59630C}">
  <ds:schemaRefs>
    <ds:schemaRef ds:uri="2c0ba3d7-3df1-4fee-9830-f283e249846b"/>
    <ds:schemaRef ds:uri="65f7bd14-20ef-479f-9d36-31b77f8ca2dc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F29EA140-0B70-4C84-BFBD-81F38940E70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1894</TotalTime>
  <Words>276</Words>
  <Application>Microsoft Office PowerPoint</Application>
  <PresentationFormat>와이드스크린</PresentationFormat>
  <Paragraphs>90</Paragraphs>
  <Slides>2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서원덕/플랫폼기획팀</dc:creator>
  <cp:lastModifiedBy>정석현/플랫폼기획팀</cp:lastModifiedBy>
  <cp:revision>22</cp:revision>
  <dcterms:created xsi:type="dcterms:W3CDTF">2026-03-11T10:48:58Z</dcterms:created>
  <dcterms:modified xsi:type="dcterms:W3CDTF">2026-04-21T10:37:24Z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0x0101001DCC71BD8FA8D34A9F459AE7FC7A800D</vt:lpwstr>
  </property>
  <property fmtid="{D5CDD505-2E9C-101B-9397-08002B2CF9AE}" pid="3" name="MediaServiceImageTags">
    <vt:lpwstr/>
  </property>
</Properties>
</file>