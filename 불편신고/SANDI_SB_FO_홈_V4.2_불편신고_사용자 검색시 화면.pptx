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"/>
  </p:notesMasterIdLst>
  <p:sldIdLst>
    <p:sldId id="404" r:id="rId5"/>
    <p:sldId id="40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867" userDrawn="1">
          <p15:clr>
            <a:srgbClr val="A4A3A4"/>
          </p15:clr>
        </p15:guide>
        <p15:guide id="5" pos="1912" userDrawn="1">
          <p15:clr>
            <a:srgbClr val="A4A3A4"/>
          </p15:clr>
        </p15:guide>
        <p15:guide id="6" pos="665" userDrawn="1">
          <p15:clr>
            <a:srgbClr val="A4A3A4"/>
          </p15:clr>
        </p15:guide>
        <p15:guide id="7" pos="49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1078"/>
    <a:srgbClr val="FAFAFA"/>
    <a:srgbClr val="EEF8FB"/>
    <a:srgbClr val="F5F7FA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878" y="642"/>
      </p:cViewPr>
      <p:guideLst>
        <p:guide orient="horz" pos="2183"/>
        <p:guide pos="3840"/>
        <p:guide orient="horz" pos="867"/>
        <p:guide pos="1912"/>
        <p:guide pos="665"/>
        <p:guide pos="495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4479B9-E643-47FF-B828-CAE46004F58D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AD6AD4-3FC1-4AEC-A8D2-16A34924E3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3745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0D89A-403E-95A1-E2B0-B49F66A80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393E-363B-BBF1-CB68-72351B95C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9664D-6329-EF46-64DE-FA0AFB73F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4D749A-998D-D226-D4D0-3D3158B744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AD6AD4-3FC1-4AEC-A8D2-16A34924E3F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500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0D89A-403E-95A1-E2B0-B49F66A80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393E-363B-BBF1-CB68-72351B95C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9664D-6329-EF46-64DE-FA0AFB73F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4D749A-998D-D226-D4D0-3D3158B744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AD6AD4-3FC1-4AEC-A8D2-16A34924E3F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622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74688-93B4-5901-6E27-8C2B06681E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7E2D355-7C4A-1972-14BB-1C343707C0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30D2CE-6A8B-9F00-5637-430CC46CF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F8434F-DCF7-83EC-2AFD-79DD693A3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C2FEAD-5160-EF2C-FFF3-73C03685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498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03819-C004-0F0A-C167-FD1AC0B0D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88CE0E-C754-2F37-43F5-C1B11553C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783B80-04EE-0A8C-4650-2AB5276D2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CFB135-B647-E333-744A-D7D553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ACC298-0E20-ABC5-EEB4-84AAAC890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8950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E0F7-8DFC-23D9-981A-4E6112B9A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E0A364-2D7E-3521-74FC-CB06169B2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6FDEF1-DC22-F25A-8EFD-842EB4822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8F926B-6953-DEE1-6000-C78C8512E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D29D85-FBA3-0C9B-E2CA-16B5A446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144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E5B825-30B8-31C5-4C56-C1717BE3D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09ACBE-2179-FDCB-A64B-40A512F9F1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284C41-5C0E-F795-E283-0ECDAA3BD2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894ED1E-E426-2DC9-CD8A-A8AE9573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47F3C0-2D20-CBBD-F36C-C576FB13D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DA0E04-178A-6D7A-4DAA-B2EF9622B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040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D80D16-7AFE-86D5-58CF-626482248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57349C-9D50-3B07-3A99-30A097B46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ED9BAAE-4675-582A-8547-0298B4525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EC300A6-DE66-D3F4-83FC-F249A70608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5BE7D6-D4B7-8D2D-D3FF-CB229D2FB6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AE1FEB-31B6-B38A-EBD7-A49028AE6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F2CF03-EEAB-0509-222A-313F4978D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7F1E37-F336-70A1-FF04-D77A84D94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80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72408C-E138-C370-9A6A-A30BAF7BD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1021D16-8212-F96A-02BC-2FB37661A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3CF144-2409-60F7-F733-43EA2740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5B89B9-2521-6317-7221-EF742414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638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AD1B12-76C2-4595-395A-7C4D53FF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673B95-933E-39C2-6CA6-BE2E05076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2E787C-7BAA-A91E-EC8D-97FC99A4A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4706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351045-97CF-2F42-0918-81BFD9790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F0B771-0BC2-93E1-971A-B1802D205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89FB7E-A6FB-256A-9D14-E89443809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ECCEE2-9C6C-C046-6FBE-F44552E19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87CD45-A1B4-2F4F-4A7B-9124C0434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BD3DEA-6BE1-A8C7-F4AF-6DBE9286B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2808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03FE2F-2ACF-7775-CF17-8BA2440CB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449E279-1BD2-E3B3-0629-622BE1DC02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7B17116-CFD3-B791-40DD-155295856F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E547B5-76D6-4E10-B0DD-BEDC3981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995B36-D96D-A3F1-CFD7-F891DB260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19BF90-6CCC-1D54-2C89-3402268FB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914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C825C-E635-C1CF-302E-2899D7671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C4C3D1-C913-008F-FA2A-2784E837F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C16C20-878A-9E9F-1348-6F5F0A718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86F7EB-73EF-5082-E132-EE581D869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5E19D1-8561-0EF1-C0BA-3CBE06E22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3285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C1893AF-1D1A-0262-EE69-BD08CFEA5B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EEAD6F-DBC5-30C5-AF61-09F676DFB6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7C135E-FE45-C3D0-4506-4973C90BE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71FCD2-1276-475D-6813-5D77BFD1E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F11BD8-DDFA-5D5C-AC45-8EEA67D3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657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F25094D-63E9-628F-5321-E7D3F7AB0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6EF49B-655E-A6F9-4F45-C95B95A6B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6B782B-AA48-44F4-C3AE-87E87A9C2C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8F1A98-49E9-49A4-BF28-AAFBE94BA6DE}" type="datetimeFigureOut">
              <a:rPr lang="ko-KR" altLang="en-US" smtClean="0"/>
              <a:t>2026-04-21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FC0E3F-4713-A73A-B7FB-787EC74EA4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E1ED30-9A84-867C-58C9-337BC31BE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98BF1A-1674-4411-A9ED-97A70552F0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163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g"/><Relationship Id="rId3" Type="http://schemas.openxmlformats.org/officeDocument/2006/relationships/image" Target="../media/image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00B2F-E1BE-1C40-BC74-22E805127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5C58DB2-D6F4-2CE0-4EE6-175C5705EE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0" t="14186" r="34324" b="13499"/>
          <a:stretch>
            <a:fillRect/>
          </a:stretch>
        </p:blipFill>
        <p:spPr>
          <a:xfrm>
            <a:off x="479361" y="1473948"/>
            <a:ext cx="2682875" cy="5056791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1DE6A3C-D786-6E6A-0CF8-0070CC0EE804}"/>
              </a:ext>
            </a:extLst>
          </p:cNvPr>
          <p:cNvGraphicFramePr>
            <a:graphicFrameLocks noGrp="1"/>
          </p:cNvGraphicFramePr>
          <p:nvPr/>
        </p:nvGraphicFramePr>
        <p:xfrm>
          <a:off x="6202637" y="250119"/>
          <a:ext cx="5733306" cy="475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55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54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 명</a:t>
                      </a: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</a:t>
                      </a:r>
                      <a:r>
                        <a:rPr lang="en-US" altLang="ko-KR" sz="800" b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  <a:endParaRPr lang="ko-KR" altLang="en-US" sz="800" b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543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 경로</a:t>
                      </a: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3BBBCFA-D2F0-B12A-A35D-C90040FAE817}"/>
              </a:ext>
            </a:extLst>
          </p:cNvPr>
          <p:cNvCxnSpPr>
            <a:cxnSpLocks/>
          </p:cNvCxnSpPr>
          <p:nvPr/>
        </p:nvCxnSpPr>
        <p:spPr>
          <a:xfrm>
            <a:off x="0" y="906657"/>
            <a:ext cx="12192000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E4EF2429-1C33-93EE-B284-08EA45B4B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60" y="327259"/>
            <a:ext cx="919317" cy="283399"/>
          </a:xfrm>
          <a:prstGeom prst="rect">
            <a:avLst/>
          </a:prstGeom>
        </p:spPr>
      </p:pic>
      <p:graphicFrame>
        <p:nvGraphicFramePr>
          <p:cNvPr id="11" name="Table 222">
            <a:extLst>
              <a:ext uri="{FF2B5EF4-FFF2-40B4-BE49-F238E27FC236}">
                <a16:creationId xmlns:a16="http://schemas.microsoft.com/office/drawing/2014/main" id="{86F6CAF2-3289-96CC-F22D-11CCC9B48C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900579"/>
              </p:ext>
            </p:extLst>
          </p:nvPr>
        </p:nvGraphicFramePr>
        <p:xfrm>
          <a:off x="6202638" y="1021203"/>
          <a:ext cx="5733305" cy="800260"/>
        </p:xfrm>
        <a:graphic>
          <a:graphicData uri="http://schemas.openxmlformats.org/drawingml/2006/table">
            <a:tbl>
              <a:tblPr/>
              <a:tblGrid>
                <a:gridCol w="579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5702">
                  <a:extLst>
                    <a:ext uri="{9D8B030D-6E8A-4147-A177-3AD203B41FA5}">
                      <a16:colId xmlns:a16="http://schemas.microsoft.com/office/drawing/2014/main" val="3832833847"/>
                    </a:ext>
                  </a:extLst>
                </a:gridCol>
                <a:gridCol w="31823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defTabSz="457200"/>
                      <a:r>
                        <a:rPr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No.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Component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Type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/>
                      <a:r>
                        <a:rPr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Descr</a:t>
                      </a:r>
                      <a:r>
                        <a:rPr lang="en-US"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i</a:t>
                      </a:r>
                      <a:r>
                        <a:rPr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ption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1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팝업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버튼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사용자가 건물로부터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1km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이상 떨어져 있을 시 팝업 노출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네 맞아요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-&gt;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접수하기로 이동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층 선택 필요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 err="1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아니에요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-&gt;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건물 선택 </a:t>
                      </a:r>
                      <a:r>
                        <a:rPr lang="ko-KR" altLang="en-US" sz="800" b="0" i="0" dirty="0" err="1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바텀시트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노출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6978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EE2566-EB48-8E13-5707-20E77CC3945A}"/>
              </a:ext>
            </a:extLst>
          </p:cNvPr>
          <p:cNvSpPr txBox="1"/>
          <p:nvPr/>
        </p:nvSpPr>
        <p:spPr>
          <a:xfrm>
            <a:off x="479363" y="1059498"/>
            <a:ext cx="268287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b="1" u="sng" dirty="0">
                <a:latin typeface="+mj-lt"/>
              </a:rPr>
              <a:t>화면 구성</a:t>
            </a:r>
            <a:br>
              <a:rPr lang="en-US" altLang="ko-KR" sz="1100" b="1" u="sng" dirty="0">
                <a:latin typeface="+mj-lt"/>
              </a:rPr>
            </a:br>
            <a:r>
              <a:rPr lang="en-US" altLang="ko-KR" sz="1100" b="1" u="sng" dirty="0">
                <a:latin typeface="+mj-lt"/>
              </a:rPr>
              <a:t>(</a:t>
            </a:r>
            <a:r>
              <a:rPr lang="ko-KR" altLang="en-US" sz="1100" b="1" u="sng" dirty="0">
                <a:latin typeface="+mj-lt"/>
              </a:rPr>
              <a:t>사용자가 건물로부터 </a:t>
            </a:r>
            <a:r>
              <a:rPr lang="en-US" altLang="ko-KR" sz="1100" b="1" u="sng" dirty="0">
                <a:latin typeface="+mj-lt"/>
              </a:rPr>
              <a:t>1km</a:t>
            </a:r>
            <a:r>
              <a:rPr lang="ko-KR" altLang="en-US" sz="1100" b="1" u="sng" dirty="0">
                <a:latin typeface="+mj-lt"/>
              </a:rPr>
              <a:t>밖에 </a:t>
            </a:r>
            <a:r>
              <a:rPr lang="ko-KR" altLang="en-US" sz="1100" b="1" u="sng" dirty="0" err="1">
                <a:latin typeface="+mj-lt"/>
              </a:rPr>
              <a:t>있을시</a:t>
            </a:r>
            <a:r>
              <a:rPr lang="en-US" altLang="ko-KR" sz="1100" b="1" u="sng" dirty="0">
                <a:latin typeface="+mj-lt"/>
              </a:rPr>
              <a:t>)</a:t>
            </a:r>
            <a:endParaRPr lang="ko-KR" altLang="en-US" sz="1100" b="1" u="sng" dirty="0">
              <a:latin typeface="+mj-lt"/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6E4F2D4-F4DD-4B96-9B57-C9E012AD3C15}"/>
              </a:ext>
            </a:extLst>
          </p:cNvPr>
          <p:cNvSpPr/>
          <p:nvPr/>
        </p:nvSpPr>
        <p:spPr>
          <a:xfrm>
            <a:off x="-3078464" y="5969049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4</a:t>
            </a:r>
            <a:endParaRPr lang="ko-KR" altLang="en-US" sz="1000" dirty="0">
              <a:latin typeface="+mj-lt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6916E2C4-91BA-3D9E-4B15-F611B53476E0}"/>
              </a:ext>
            </a:extLst>
          </p:cNvPr>
          <p:cNvSpPr/>
          <p:nvPr/>
        </p:nvSpPr>
        <p:spPr>
          <a:xfrm>
            <a:off x="-3078464" y="3292591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1</a:t>
            </a:r>
            <a:endParaRPr lang="ko-KR" altLang="en-US" sz="1000" dirty="0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2DD8AD-BEB3-04CB-4580-291D38A01054}"/>
              </a:ext>
            </a:extLst>
          </p:cNvPr>
          <p:cNvSpPr txBox="1"/>
          <p:nvPr/>
        </p:nvSpPr>
        <p:spPr>
          <a:xfrm>
            <a:off x="1236733" y="313531"/>
            <a:ext cx="13356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불편신고</a:t>
            </a:r>
            <a:r>
              <a:rPr lang="en-US" altLang="ko-KR" sz="1400" b="1" dirty="0"/>
              <a:t>-</a:t>
            </a:r>
            <a:r>
              <a:rPr lang="ko-KR" altLang="en-US" sz="1400" b="1" dirty="0"/>
              <a:t>접수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76467D6-D0EE-90FE-60E7-A6617A9F2A0B}"/>
              </a:ext>
            </a:extLst>
          </p:cNvPr>
          <p:cNvSpPr/>
          <p:nvPr/>
        </p:nvSpPr>
        <p:spPr>
          <a:xfrm>
            <a:off x="-3078464" y="3813185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2</a:t>
            </a:r>
            <a:endParaRPr lang="ko-KR" altLang="en-US" sz="1000" dirty="0">
              <a:latin typeface="+mj-lt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353E42B0-460B-2F50-266A-25DE02160C91}"/>
              </a:ext>
            </a:extLst>
          </p:cNvPr>
          <p:cNvSpPr/>
          <p:nvPr/>
        </p:nvSpPr>
        <p:spPr>
          <a:xfrm>
            <a:off x="-3078464" y="4768432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3</a:t>
            </a:r>
            <a:endParaRPr lang="ko-KR" altLang="en-US" sz="1000" dirty="0">
              <a:latin typeface="+mj-lt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3CADD17-1F02-410B-B0F4-B62BD8EABBE4}"/>
              </a:ext>
            </a:extLst>
          </p:cNvPr>
          <p:cNvSpPr/>
          <p:nvPr/>
        </p:nvSpPr>
        <p:spPr>
          <a:xfrm>
            <a:off x="715718" y="5492234"/>
            <a:ext cx="2256082" cy="400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8E1A4B-1BA4-977B-D36A-EF94D01B9B28}"/>
              </a:ext>
            </a:extLst>
          </p:cNvPr>
          <p:cNvSpPr txBox="1"/>
          <p:nvPr/>
        </p:nvSpPr>
        <p:spPr>
          <a:xfrm>
            <a:off x="3263805" y="626859"/>
            <a:ext cx="72327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/>
              <a:t>기존요소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F96C96-1D46-B2C5-1698-2DD50F788CAB}"/>
              </a:ext>
            </a:extLst>
          </p:cNvPr>
          <p:cNvSpPr txBox="1"/>
          <p:nvPr/>
        </p:nvSpPr>
        <p:spPr>
          <a:xfrm>
            <a:off x="4009946" y="626859"/>
            <a:ext cx="72327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변경요소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EF56A0-B49A-A817-7819-6E8F89D3DD22}"/>
              </a:ext>
            </a:extLst>
          </p:cNvPr>
          <p:cNvSpPr/>
          <p:nvPr/>
        </p:nvSpPr>
        <p:spPr>
          <a:xfrm>
            <a:off x="715718" y="4287330"/>
            <a:ext cx="2256082" cy="400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017E761-4067-A1CF-E967-F897BC25CD15}"/>
              </a:ext>
            </a:extLst>
          </p:cNvPr>
          <p:cNvSpPr/>
          <p:nvPr/>
        </p:nvSpPr>
        <p:spPr>
          <a:xfrm>
            <a:off x="715718" y="3813185"/>
            <a:ext cx="782994" cy="190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추천서비스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0E0320B-886D-22D7-6D40-D8C2D47CEADC}"/>
              </a:ext>
            </a:extLst>
          </p:cNvPr>
          <p:cNvSpPr/>
          <p:nvPr/>
        </p:nvSpPr>
        <p:spPr>
          <a:xfrm>
            <a:off x="715717" y="4050257"/>
            <a:ext cx="1232448" cy="190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C4D675BF-03AD-A2D0-8529-230C9DCC4A30}"/>
              </a:ext>
            </a:extLst>
          </p:cNvPr>
          <p:cNvSpPr/>
          <p:nvPr/>
        </p:nvSpPr>
        <p:spPr>
          <a:xfrm>
            <a:off x="-3078464" y="3813185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2</a:t>
            </a:r>
            <a:endParaRPr lang="ko-KR" altLang="en-US" sz="1000" dirty="0">
              <a:latin typeface="+mj-lt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BBD8E22-505A-DF59-3416-089DC035BA92}"/>
              </a:ext>
            </a:extLst>
          </p:cNvPr>
          <p:cNvSpPr/>
          <p:nvPr/>
        </p:nvSpPr>
        <p:spPr>
          <a:xfrm>
            <a:off x="840983" y="4020659"/>
            <a:ext cx="802994" cy="179895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기타문의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741E080-BC73-BF6A-6FD1-3B26AF7BF25D}"/>
              </a:ext>
            </a:extLst>
          </p:cNvPr>
          <p:cNvSpPr/>
          <p:nvPr/>
        </p:nvSpPr>
        <p:spPr>
          <a:xfrm>
            <a:off x="-3078464" y="2475420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5</a:t>
            </a:r>
            <a:endParaRPr lang="ko-KR" altLang="en-US" sz="1000" dirty="0">
              <a:latin typeface="+mj-lt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171803A9-2CC8-0C13-A25A-C245B666FAD5}"/>
              </a:ext>
            </a:extLst>
          </p:cNvPr>
          <p:cNvSpPr/>
          <p:nvPr/>
        </p:nvSpPr>
        <p:spPr>
          <a:xfrm>
            <a:off x="-3078464" y="2475420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5</a:t>
            </a:r>
            <a:endParaRPr lang="ko-KR" altLang="en-US" sz="1000" dirty="0">
              <a:latin typeface="+mj-lt"/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E8E4DFD-3992-9D26-D3B6-1D68B153E52D}"/>
              </a:ext>
            </a:extLst>
          </p:cNvPr>
          <p:cNvSpPr/>
          <p:nvPr/>
        </p:nvSpPr>
        <p:spPr>
          <a:xfrm>
            <a:off x="-3078464" y="2065845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5</a:t>
            </a:r>
            <a:endParaRPr lang="ko-KR" altLang="en-US" sz="1000" dirty="0">
              <a:latin typeface="+mj-lt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B163699B-1F67-36A3-4FC8-A63A890E48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226" y="1702248"/>
            <a:ext cx="2184864" cy="473665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A9F3763F-81F7-DCC6-9FFB-2605B5B826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001" y="2624039"/>
            <a:ext cx="1893685" cy="4105550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0090F94E-92F4-13B7-F5C1-715D81FE95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9683" y="2624038"/>
            <a:ext cx="1893757" cy="410554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41" name="직사각형 40">
            <a:extLst>
              <a:ext uri="{FF2B5EF4-FFF2-40B4-BE49-F238E27FC236}">
                <a16:creationId xmlns:a16="http://schemas.microsoft.com/office/drawing/2014/main" id="{AE646CC1-F5BF-4D09-1457-0FD67FB20809}"/>
              </a:ext>
            </a:extLst>
          </p:cNvPr>
          <p:cNvSpPr/>
          <p:nvPr/>
        </p:nvSpPr>
        <p:spPr>
          <a:xfrm>
            <a:off x="715717" y="2352359"/>
            <a:ext cx="2129083" cy="1241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69969AC-5DF4-063C-895B-AE4E171EAF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880" y="2332499"/>
            <a:ext cx="782994" cy="291540"/>
          </a:xfrm>
          <a:prstGeom prst="rect">
            <a:avLst/>
          </a:prstGeom>
        </p:spPr>
      </p:pic>
      <p:sp>
        <p:nvSpPr>
          <p:cNvPr id="43" name="타원 42">
            <a:extLst>
              <a:ext uri="{FF2B5EF4-FFF2-40B4-BE49-F238E27FC236}">
                <a16:creationId xmlns:a16="http://schemas.microsoft.com/office/drawing/2014/main" id="{66408B79-7A62-2227-DDFB-249372049834}"/>
              </a:ext>
            </a:extLst>
          </p:cNvPr>
          <p:cNvSpPr/>
          <p:nvPr/>
        </p:nvSpPr>
        <p:spPr>
          <a:xfrm>
            <a:off x="733225" y="3910610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1</a:t>
            </a:r>
            <a:endParaRPr lang="ko-KR" altLang="en-US" sz="1000" dirty="0">
              <a:latin typeface="+mj-lt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BE79E7-C730-C2BD-C820-814A51F215E9}"/>
              </a:ext>
            </a:extLst>
          </p:cNvPr>
          <p:cNvSpPr txBox="1"/>
          <p:nvPr/>
        </p:nvSpPr>
        <p:spPr>
          <a:xfrm>
            <a:off x="5915836" y="2144986"/>
            <a:ext cx="17740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b="1" u="sng" dirty="0">
                <a:latin typeface="+mj-lt"/>
              </a:rPr>
              <a:t>네 맞아요 </a:t>
            </a:r>
            <a:r>
              <a:rPr lang="ko-KR" altLang="en-US" sz="1100" b="1" u="sng" dirty="0" err="1">
                <a:latin typeface="+mj-lt"/>
              </a:rPr>
              <a:t>선택시</a:t>
            </a:r>
            <a:endParaRPr lang="ko-KR" altLang="en-US" sz="1100" b="1" u="sng" dirty="0">
              <a:latin typeface="+mj-lt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E0042C-D007-4D47-3556-D4BF03D62C04}"/>
              </a:ext>
            </a:extLst>
          </p:cNvPr>
          <p:cNvSpPr txBox="1"/>
          <p:nvPr/>
        </p:nvSpPr>
        <p:spPr>
          <a:xfrm>
            <a:off x="8609554" y="2144986"/>
            <a:ext cx="17740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b="1" u="sng" dirty="0" err="1">
                <a:latin typeface="+mj-lt"/>
              </a:rPr>
              <a:t>아니에요</a:t>
            </a:r>
            <a:r>
              <a:rPr lang="ko-KR" altLang="en-US" sz="1100" b="1" u="sng" dirty="0">
                <a:latin typeface="+mj-lt"/>
              </a:rPr>
              <a:t> </a:t>
            </a:r>
            <a:r>
              <a:rPr lang="ko-KR" altLang="en-US" sz="1100" b="1" u="sng" dirty="0" err="1">
                <a:latin typeface="+mj-lt"/>
              </a:rPr>
              <a:t>선택시</a:t>
            </a:r>
            <a:endParaRPr lang="ko-KR" altLang="en-US" sz="1100" b="1" u="sng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58473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00B2F-E1BE-1C40-BC74-22E805127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그림 73">
            <a:extLst>
              <a:ext uri="{FF2B5EF4-FFF2-40B4-BE49-F238E27FC236}">
                <a16:creationId xmlns:a16="http://schemas.microsoft.com/office/drawing/2014/main" id="{A5F2ABE1-0DC1-881B-D944-5FD1AC711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074" y="1663669"/>
            <a:ext cx="2261812" cy="469432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5C58DB2-D6F4-2CE0-4EE6-175C5705E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0" t="14186" r="34324" b="13499"/>
          <a:stretch>
            <a:fillRect/>
          </a:stretch>
        </p:blipFill>
        <p:spPr>
          <a:xfrm>
            <a:off x="479361" y="1482437"/>
            <a:ext cx="2682875" cy="5056791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BBD181B-9D53-9DFE-E90E-33139D471E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844" y="1663669"/>
            <a:ext cx="2267909" cy="469432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2184404-6E46-A185-4511-B52985AD3D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16255" y="880775"/>
            <a:ext cx="2164611" cy="4692744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1DE6A3C-D786-6E6A-0CF8-0070CC0EE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651565"/>
              </p:ext>
            </p:extLst>
          </p:nvPr>
        </p:nvGraphicFramePr>
        <p:xfrm>
          <a:off x="6202637" y="250119"/>
          <a:ext cx="5733306" cy="475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55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555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54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 명</a:t>
                      </a: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</a:t>
                      </a:r>
                      <a:r>
                        <a:rPr lang="en-US" altLang="ko-KR" sz="800" b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  <a:endParaRPr lang="ko-KR" altLang="en-US" sz="800" b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543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 경로</a:t>
                      </a: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84406" marR="84406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solidFill>
                      <a:srgbClr val="DDDDDD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600" b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3BBBCFA-D2F0-B12A-A35D-C90040FAE817}"/>
              </a:ext>
            </a:extLst>
          </p:cNvPr>
          <p:cNvCxnSpPr>
            <a:cxnSpLocks/>
          </p:cNvCxnSpPr>
          <p:nvPr/>
        </p:nvCxnSpPr>
        <p:spPr>
          <a:xfrm>
            <a:off x="0" y="906657"/>
            <a:ext cx="12192000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E4EF2429-1C33-93EE-B284-08EA45B4B9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60" y="327259"/>
            <a:ext cx="919317" cy="283399"/>
          </a:xfrm>
          <a:prstGeom prst="rect">
            <a:avLst/>
          </a:prstGeom>
        </p:spPr>
      </p:pic>
      <p:graphicFrame>
        <p:nvGraphicFramePr>
          <p:cNvPr id="11" name="Table 222">
            <a:extLst>
              <a:ext uri="{FF2B5EF4-FFF2-40B4-BE49-F238E27FC236}">
                <a16:creationId xmlns:a16="http://schemas.microsoft.com/office/drawing/2014/main" id="{86F6CAF2-3289-96CC-F22D-11CCC9B48C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6932724"/>
              </p:ext>
            </p:extLst>
          </p:nvPr>
        </p:nvGraphicFramePr>
        <p:xfrm>
          <a:off x="6202638" y="1021202"/>
          <a:ext cx="5733305" cy="4038540"/>
        </p:xfrm>
        <a:graphic>
          <a:graphicData uri="http://schemas.openxmlformats.org/drawingml/2006/table">
            <a:tbl>
              <a:tblPr/>
              <a:tblGrid>
                <a:gridCol w="579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5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5702">
                  <a:extLst>
                    <a:ext uri="{9D8B030D-6E8A-4147-A177-3AD203B41FA5}">
                      <a16:colId xmlns:a16="http://schemas.microsoft.com/office/drawing/2014/main" val="3832833847"/>
                    </a:ext>
                  </a:extLst>
                </a:gridCol>
                <a:gridCol w="31823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2273">
                <a:tc>
                  <a:txBody>
                    <a:bodyPr/>
                    <a:lstStyle/>
                    <a:p>
                      <a:pPr algn="ctr" defTabSz="457200"/>
                      <a:r>
                        <a:rPr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No.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Component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Type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/>
                      <a:r>
                        <a:rPr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Descr</a:t>
                      </a:r>
                      <a:r>
                        <a:rPr lang="en-US"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i</a:t>
                      </a:r>
                      <a:r>
                        <a:rPr sz="1000" b="1" i="0" dirty="0"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  <a:sym typeface="Apple SD 산돌고딕 Neo 세미볼드체"/>
                        </a:rPr>
                        <a:t>ption</a:t>
                      </a:r>
                    </a:p>
                  </a:txBody>
                  <a:tcPr marL="54000" marR="54000" marT="58500" marB="5850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D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34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1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서비스</a:t>
                      </a:r>
                      <a:r>
                        <a:rPr lang="en-US" altLang="ko-KR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검색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 err="1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검색창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텍스트 </a:t>
                      </a:r>
                      <a:r>
                        <a:rPr lang="ko-KR" altLang="en-US" sz="800" b="0" i="0" dirty="0" err="1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검색창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우측 검색 버튼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69786"/>
                  </a:ext>
                </a:extLst>
              </a:tr>
              <a:tr h="117132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2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검색 서비스 노출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--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Like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검색으로 일부 텍스트로 검색 가능</a:t>
                      </a:r>
                      <a:b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</a:b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 -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검색 시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‘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기타문의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’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기본 노출</a:t>
                      </a:r>
                      <a:b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</a:b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   .’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기타문의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’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는 카테고리 기타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-&gt;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기타로 이동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기존의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‘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최근 이용한 서비스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’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대신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‘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추천 서비스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‘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로 변경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기존의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‘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추천 서비스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‘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삭제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(※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기타문의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/ FAQ 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버튼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)</a:t>
                      </a: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검색결과 </a:t>
                      </a:r>
                      <a:r>
                        <a:rPr lang="ko-KR" altLang="en-US" sz="800" b="0" i="0" kern="1200" dirty="0" err="1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없을시</a:t>
                      </a:r>
                      <a:br>
                        <a:rPr lang="en-US" altLang="ko-KR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</a:br>
                      <a:r>
                        <a:rPr lang="en-US" altLang="ko-KR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  - </a:t>
                      </a: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기타문의 노출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866200"/>
                  </a:ext>
                </a:extLst>
              </a:tr>
              <a:tr h="70393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3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결과 화면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--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검색결과 없을 시</a:t>
                      </a:r>
                      <a:br>
                        <a:rPr lang="en-US" altLang="ko-KR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</a:br>
                      <a:r>
                        <a:rPr lang="en-US" altLang="ko-KR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  -</a:t>
                      </a: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검색된 키워드가 없어요 노출</a:t>
                      </a:r>
                      <a:endParaRPr lang="en-US" altLang="ko-KR" sz="800" b="0" i="0" kern="1200" dirty="0">
                        <a:solidFill>
                          <a:srgbClr val="333333"/>
                        </a:solidFill>
                        <a:effectLst/>
                        <a:latin typeface="+mn-lt"/>
                        <a:ea typeface="+mn-ea"/>
                        <a:cs typeface="Pretendard" panose="02000503000000020004" pitchFamily="2" charset="-127"/>
                      </a:endParaRP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검색결과 있을 시</a:t>
                      </a:r>
                      <a:br>
                        <a:rPr lang="en-US" altLang="ko-KR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</a:br>
                      <a:r>
                        <a:rPr lang="en-US" altLang="ko-KR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  -2.</a:t>
                      </a: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n-lt"/>
                          <a:ea typeface="+mn-ea"/>
                          <a:cs typeface="Pretendard" panose="02000503000000020004" pitchFamily="2" charset="-127"/>
                        </a:rPr>
                        <a:t> 검색 서비스 노출 화면만 노출</a:t>
                      </a:r>
                      <a:endParaRPr lang="en-US" altLang="ko-KR" sz="800" b="0" i="0" kern="1200" dirty="0">
                        <a:solidFill>
                          <a:srgbClr val="333333"/>
                        </a:solidFill>
                        <a:effectLst/>
                        <a:latin typeface="+mn-lt"/>
                        <a:ea typeface="+mn-ea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057818"/>
                  </a:ext>
                </a:extLst>
              </a:tr>
              <a:tr h="43034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4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카테고리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버튼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카테고리 전체 보기 버튼 노출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  <a:p>
                      <a:pPr fontAlgn="t">
                        <a:spcBef>
                          <a:spcPts val="15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카테고리 전체 보기 버튼 </a:t>
                      </a:r>
                      <a:r>
                        <a:rPr lang="ko-KR" altLang="en-US" sz="800" b="0" i="0" dirty="0" err="1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선택시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ko-KR" altLang="en-US" sz="800" b="0" i="0" dirty="0" err="1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바텀시트로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전체 카테고리 노출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559230"/>
                  </a:ext>
                </a:extLst>
              </a:tr>
              <a:tr h="40184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5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진행 </a:t>
                      </a:r>
                      <a:r>
                        <a:rPr lang="en-US" altLang="ko-KR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bar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--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단계표시 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3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단계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(</a:t>
                      </a:r>
                      <a:r>
                        <a:rPr lang="ko-KR" altLang="en-US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모든 단계는 원형으로 표현</a:t>
                      </a:r>
                      <a:r>
                        <a:rPr lang="en-US" altLang="ko-KR" sz="800" b="0" i="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)</a:t>
                      </a:r>
                      <a:br>
                        <a:rPr lang="en-US" altLang="ko-KR" sz="800" b="0" i="0" kern="12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</a:br>
                      <a:r>
                        <a:rPr lang="en-US" altLang="ko-KR" sz="800" b="0" i="0" kern="12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  ※ </a:t>
                      </a:r>
                      <a:r>
                        <a:rPr lang="ko-KR" altLang="en-US" sz="800" b="0" i="0" kern="12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① 접수하기 진입 </a:t>
                      </a:r>
                      <a:r>
                        <a:rPr lang="en-US" altLang="ko-KR" sz="800" b="0" i="0" kern="12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-&gt; </a:t>
                      </a:r>
                      <a:r>
                        <a:rPr lang="ko-KR" altLang="en-US" sz="800" b="0" i="0" kern="12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② 카테고리 선택 </a:t>
                      </a:r>
                      <a:r>
                        <a:rPr lang="en-US" altLang="ko-KR" sz="800" b="0" i="0" kern="12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-&gt; </a:t>
                      </a:r>
                      <a:r>
                        <a:rPr lang="ko-KR" altLang="en-US" sz="800" b="0" i="0" kern="12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③ 정보입력 화면</a:t>
                      </a:r>
                      <a:endParaRPr lang="en-US" altLang="ko-KR" sz="800" b="0" i="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1555032"/>
                  </a:ext>
                </a:extLst>
              </a:tr>
              <a:tr h="29924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6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 err="1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뒤로가기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홈으로 이동</a:t>
                      </a:r>
                      <a:endParaRPr lang="en-US" altLang="ko-KR" sz="800" b="0" i="0" kern="1200" dirty="0">
                        <a:solidFill>
                          <a:srgbClr val="333333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0153124"/>
                  </a:ext>
                </a:extLst>
              </a:tr>
              <a:tr h="29924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000" b="1" i="0" dirty="0">
                          <a:solidFill>
                            <a:srgbClr val="1A1A2E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7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키워드 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000" b="1" i="0" dirty="0">
                          <a:solidFill>
                            <a:srgbClr val="3A5A9A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버튼</a:t>
                      </a:r>
                      <a:endParaRPr lang="en-US" sz="1000" b="1" i="0" dirty="0">
                        <a:solidFill>
                          <a:srgbClr val="3A5A9A"/>
                        </a:solidFill>
                        <a:effectLst/>
                        <a:latin typeface="+mj-lt"/>
                        <a:ea typeface="맑은 고딕" panose="020B0503020000020004" pitchFamily="50" charset="-127"/>
                        <a:cs typeface="Pretendard" panose="02000503000000020004" pitchFamily="2" charset="-127"/>
                      </a:endParaRP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kern="120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찾는 키워드가 없나요</a:t>
                      </a:r>
                      <a:r>
                        <a:rPr lang="en-US" altLang="ko-KR" sz="800" b="0" i="0" kern="1200" dirty="0">
                          <a:solidFill>
                            <a:srgbClr val="333333"/>
                          </a:solidFill>
                          <a:effectLst/>
                          <a:latin typeface="+mj-lt"/>
                          <a:ea typeface="맑은 고딕" panose="020B0503020000020004" pitchFamily="50" charset="-127"/>
                          <a:cs typeface="Pretendard" panose="02000503000000020004" pitchFamily="2" charset="-127"/>
                        </a:rPr>
                        <a:t>?</a:t>
                      </a:r>
                    </a:p>
                  </a:txBody>
                  <a:tcPr marL="76200" marR="76200" marT="57150" marB="571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24057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EE2566-EB48-8E13-5707-20E77CC3945A}"/>
              </a:ext>
            </a:extLst>
          </p:cNvPr>
          <p:cNvSpPr txBox="1"/>
          <p:nvPr/>
        </p:nvSpPr>
        <p:spPr>
          <a:xfrm>
            <a:off x="827523" y="1059498"/>
            <a:ext cx="19865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b="1" u="sng" dirty="0">
                <a:latin typeface="+mj-lt"/>
              </a:rPr>
              <a:t>화면 구성</a:t>
            </a:r>
            <a:r>
              <a:rPr lang="en-US" altLang="ko-KR" sz="1100" b="1" u="sng" dirty="0">
                <a:latin typeface="+mj-lt"/>
              </a:rPr>
              <a:t>(</a:t>
            </a:r>
            <a:r>
              <a:rPr lang="ko-KR" altLang="en-US" sz="1100" b="1" u="sng" dirty="0">
                <a:latin typeface="+mj-lt"/>
              </a:rPr>
              <a:t>검색 결과 없을 시</a:t>
            </a:r>
            <a:r>
              <a:rPr lang="en-US" altLang="ko-KR" sz="1100" b="1" u="sng" dirty="0">
                <a:latin typeface="+mj-lt"/>
              </a:rPr>
              <a:t>)</a:t>
            </a:r>
            <a:endParaRPr lang="ko-KR" altLang="en-US" sz="1100" b="1" u="sng" dirty="0">
              <a:latin typeface="+mj-lt"/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6E4F2D4-F4DD-4B96-9B57-C9E012AD3C15}"/>
              </a:ext>
            </a:extLst>
          </p:cNvPr>
          <p:cNvSpPr/>
          <p:nvPr/>
        </p:nvSpPr>
        <p:spPr>
          <a:xfrm>
            <a:off x="1236691" y="5969049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4</a:t>
            </a:r>
            <a:endParaRPr lang="ko-KR" altLang="en-US" sz="1000" dirty="0">
              <a:latin typeface="+mj-lt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6916E2C4-91BA-3D9E-4B15-F611B53476E0}"/>
              </a:ext>
            </a:extLst>
          </p:cNvPr>
          <p:cNvSpPr/>
          <p:nvPr/>
        </p:nvSpPr>
        <p:spPr>
          <a:xfrm>
            <a:off x="1500593" y="3292591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1</a:t>
            </a:r>
            <a:endParaRPr lang="ko-KR" altLang="en-US" sz="1000" dirty="0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2DD8AD-BEB3-04CB-4580-291D38A01054}"/>
              </a:ext>
            </a:extLst>
          </p:cNvPr>
          <p:cNvSpPr txBox="1"/>
          <p:nvPr/>
        </p:nvSpPr>
        <p:spPr>
          <a:xfrm>
            <a:off x="1236733" y="313531"/>
            <a:ext cx="13356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불편신고</a:t>
            </a:r>
            <a:r>
              <a:rPr lang="en-US" altLang="ko-KR" sz="1400" b="1" dirty="0"/>
              <a:t>-</a:t>
            </a:r>
            <a:r>
              <a:rPr lang="ko-KR" altLang="en-US" sz="1400" b="1" dirty="0"/>
              <a:t>검색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76467D6-D0EE-90FE-60E7-A6617A9F2A0B}"/>
              </a:ext>
            </a:extLst>
          </p:cNvPr>
          <p:cNvSpPr/>
          <p:nvPr/>
        </p:nvSpPr>
        <p:spPr>
          <a:xfrm>
            <a:off x="1711931" y="3813185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2</a:t>
            </a:r>
            <a:endParaRPr lang="ko-KR" altLang="en-US" sz="1000" dirty="0">
              <a:latin typeface="+mj-lt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353E42B0-460B-2F50-266A-25DE02160C91}"/>
              </a:ext>
            </a:extLst>
          </p:cNvPr>
          <p:cNvSpPr/>
          <p:nvPr/>
        </p:nvSpPr>
        <p:spPr>
          <a:xfrm>
            <a:off x="2120487" y="4768432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3</a:t>
            </a:r>
            <a:endParaRPr lang="ko-KR" altLang="en-US" sz="1000" dirty="0">
              <a:latin typeface="+mj-lt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3CADD17-1F02-410B-B0F4-B62BD8EABBE4}"/>
              </a:ext>
            </a:extLst>
          </p:cNvPr>
          <p:cNvSpPr/>
          <p:nvPr/>
        </p:nvSpPr>
        <p:spPr>
          <a:xfrm>
            <a:off x="715718" y="5492234"/>
            <a:ext cx="2256082" cy="400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8E1A4B-1BA4-977B-D36A-EF94D01B9B28}"/>
              </a:ext>
            </a:extLst>
          </p:cNvPr>
          <p:cNvSpPr txBox="1"/>
          <p:nvPr/>
        </p:nvSpPr>
        <p:spPr>
          <a:xfrm>
            <a:off x="3263805" y="626859"/>
            <a:ext cx="72327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/>
              <a:t>기존요소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F96C96-1D46-B2C5-1698-2DD50F788CAB}"/>
              </a:ext>
            </a:extLst>
          </p:cNvPr>
          <p:cNvSpPr txBox="1"/>
          <p:nvPr/>
        </p:nvSpPr>
        <p:spPr>
          <a:xfrm>
            <a:off x="4009946" y="626859"/>
            <a:ext cx="72327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변경요소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64F8F35-B048-B701-B10F-2B72A53782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0" t="14186" r="34324" b="13499"/>
          <a:stretch>
            <a:fillRect/>
          </a:stretch>
        </p:blipFill>
        <p:spPr>
          <a:xfrm>
            <a:off x="3306544" y="1473948"/>
            <a:ext cx="2682875" cy="505679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C80F180-2A24-D0DC-38EC-19C26D9950E8}"/>
              </a:ext>
            </a:extLst>
          </p:cNvPr>
          <p:cNvSpPr txBox="1"/>
          <p:nvPr/>
        </p:nvSpPr>
        <p:spPr>
          <a:xfrm>
            <a:off x="3654706" y="1059498"/>
            <a:ext cx="19865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00" b="1" u="sng" dirty="0">
                <a:latin typeface="+mj-lt"/>
              </a:rPr>
              <a:t>화면 구성</a:t>
            </a:r>
            <a:r>
              <a:rPr lang="en-US" altLang="ko-KR" sz="1100" b="1" u="sng" dirty="0">
                <a:latin typeface="+mj-lt"/>
              </a:rPr>
              <a:t>(</a:t>
            </a:r>
            <a:r>
              <a:rPr lang="ko-KR" altLang="en-US" sz="1100" b="1" u="sng" dirty="0">
                <a:latin typeface="+mj-lt"/>
              </a:rPr>
              <a:t>검색 결과 있을 시</a:t>
            </a:r>
            <a:r>
              <a:rPr lang="en-US" altLang="ko-KR" sz="1100" b="1" u="sng" dirty="0">
                <a:latin typeface="+mj-lt"/>
              </a:rPr>
              <a:t>)</a:t>
            </a:r>
            <a:endParaRPr lang="ko-KR" altLang="en-US" sz="1100" b="1" u="sng" dirty="0">
              <a:latin typeface="+mj-lt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63A6234-F04F-6796-0DF8-929CD23E26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12231" y="876402"/>
            <a:ext cx="2164611" cy="469292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598ACFA-36BD-C484-E492-C1C4CD89844E}"/>
              </a:ext>
            </a:extLst>
          </p:cNvPr>
          <p:cNvSpPr/>
          <p:nvPr/>
        </p:nvSpPr>
        <p:spPr>
          <a:xfrm>
            <a:off x="-7457967" y="3562161"/>
            <a:ext cx="2256082" cy="14736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EF56A0-B49A-A817-7819-6E8F89D3DD22}"/>
              </a:ext>
            </a:extLst>
          </p:cNvPr>
          <p:cNvSpPr/>
          <p:nvPr/>
        </p:nvSpPr>
        <p:spPr>
          <a:xfrm>
            <a:off x="715718" y="4287330"/>
            <a:ext cx="2256082" cy="400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64AF8CC-A2E6-CA3F-384E-00243DFC85CC}"/>
              </a:ext>
            </a:extLst>
          </p:cNvPr>
          <p:cNvSpPr/>
          <p:nvPr/>
        </p:nvSpPr>
        <p:spPr>
          <a:xfrm>
            <a:off x="-7407398" y="2956131"/>
            <a:ext cx="782994" cy="190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추천서비스</a:t>
            </a: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C4D675BF-03AD-A2D0-8529-230C9DCC4A30}"/>
              </a:ext>
            </a:extLst>
          </p:cNvPr>
          <p:cNvSpPr/>
          <p:nvPr/>
        </p:nvSpPr>
        <p:spPr>
          <a:xfrm>
            <a:off x="4324708" y="3813185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2</a:t>
            </a:r>
            <a:endParaRPr lang="ko-KR" altLang="en-US" sz="1000" dirty="0">
              <a:latin typeface="+mj-lt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5147AF22-39E3-7F20-70D5-D2503B745AE7}"/>
              </a:ext>
            </a:extLst>
          </p:cNvPr>
          <p:cNvSpPr/>
          <p:nvPr/>
        </p:nvSpPr>
        <p:spPr>
          <a:xfrm>
            <a:off x="-7319915" y="3430276"/>
            <a:ext cx="802994" cy="179895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기타문의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9741E080-BC73-BF6A-6FD1-3B26AF7BF25D}"/>
              </a:ext>
            </a:extLst>
          </p:cNvPr>
          <p:cNvSpPr/>
          <p:nvPr/>
        </p:nvSpPr>
        <p:spPr>
          <a:xfrm>
            <a:off x="2640284" y="2475420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5</a:t>
            </a:r>
            <a:endParaRPr lang="ko-KR" altLang="en-US" sz="1000" dirty="0">
              <a:latin typeface="+mj-lt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69969AC-5DF4-063C-895B-AE4E171EAF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7412231" y="1475445"/>
            <a:ext cx="782994" cy="291540"/>
          </a:xfrm>
          <a:prstGeom prst="rect">
            <a:avLst/>
          </a:prstGeom>
        </p:spPr>
      </p:pic>
      <p:sp>
        <p:nvSpPr>
          <p:cNvPr id="31" name="타원 30">
            <a:extLst>
              <a:ext uri="{FF2B5EF4-FFF2-40B4-BE49-F238E27FC236}">
                <a16:creationId xmlns:a16="http://schemas.microsoft.com/office/drawing/2014/main" id="{171803A9-2CC8-0C13-A25A-C245B666FAD5}"/>
              </a:ext>
            </a:extLst>
          </p:cNvPr>
          <p:cNvSpPr/>
          <p:nvPr/>
        </p:nvSpPr>
        <p:spPr>
          <a:xfrm>
            <a:off x="4330645" y="2323020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5</a:t>
            </a:r>
            <a:endParaRPr lang="ko-KR" altLang="en-US" sz="1000" dirty="0">
              <a:latin typeface="+mj-lt"/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E8E4DFD-3992-9D26-D3B6-1D68B153E52D}"/>
              </a:ext>
            </a:extLst>
          </p:cNvPr>
          <p:cNvSpPr/>
          <p:nvPr/>
        </p:nvSpPr>
        <p:spPr>
          <a:xfrm>
            <a:off x="3486095" y="2065845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6</a:t>
            </a:r>
            <a:endParaRPr lang="ko-KR" altLang="en-US" sz="1000" dirty="0">
              <a:latin typeface="+mj-lt"/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B5999EB-D06B-6F4A-7BDE-21516D0D43CD}"/>
              </a:ext>
            </a:extLst>
          </p:cNvPr>
          <p:cNvGrpSpPr/>
          <p:nvPr/>
        </p:nvGrpSpPr>
        <p:grpSpPr>
          <a:xfrm>
            <a:off x="-2592687" y="863751"/>
            <a:ext cx="2256083" cy="4692744"/>
            <a:chOff x="-2420280" y="1733456"/>
            <a:chExt cx="2256083" cy="4692744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E2758FDE-EE4C-A7CB-7086-E23640DE8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374544" y="1733456"/>
              <a:ext cx="2164611" cy="4692744"/>
            </a:xfrm>
            <a:prstGeom prst="rect">
              <a:avLst/>
            </a:prstGeom>
          </p:spPr>
        </p:pic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F3ACCA8-8D16-C991-618C-D186B95CA476}"/>
                </a:ext>
              </a:extLst>
            </p:cNvPr>
            <p:cNvSpPr/>
            <p:nvPr/>
          </p:nvSpPr>
          <p:spPr>
            <a:xfrm>
              <a:off x="-2420279" y="5492234"/>
              <a:ext cx="2256082" cy="4006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2DAB3630-7042-82AE-E8A1-29DE4432E79F}"/>
                </a:ext>
              </a:extLst>
            </p:cNvPr>
            <p:cNvSpPr/>
            <p:nvPr/>
          </p:nvSpPr>
          <p:spPr>
            <a:xfrm>
              <a:off x="-2420279" y="4287330"/>
              <a:ext cx="2256082" cy="4006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F233D175-8BB6-0FA3-3371-F6794C230426}"/>
                </a:ext>
              </a:extLst>
            </p:cNvPr>
            <p:cNvSpPr/>
            <p:nvPr/>
          </p:nvSpPr>
          <p:spPr>
            <a:xfrm>
              <a:off x="-2420279" y="3813185"/>
              <a:ext cx="782994" cy="190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추천서비스</a:t>
              </a: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6DEB3766-92B7-B976-3BBE-1C4316BC4A7E}"/>
                </a:ext>
              </a:extLst>
            </p:cNvPr>
            <p:cNvSpPr/>
            <p:nvPr/>
          </p:nvSpPr>
          <p:spPr>
            <a:xfrm>
              <a:off x="-2420280" y="4050257"/>
              <a:ext cx="1232448" cy="190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8CDE2874-CEA9-06A1-84CE-36DEB6604DB7}"/>
                </a:ext>
              </a:extLst>
            </p:cNvPr>
            <p:cNvSpPr/>
            <p:nvPr/>
          </p:nvSpPr>
          <p:spPr>
            <a:xfrm>
              <a:off x="-2295014" y="4020659"/>
              <a:ext cx="802994" cy="179895"/>
            </a:xfrm>
            <a:prstGeom prst="roundRect">
              <a:avLst>
                <a:gd name="adj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/>
                <a:t>기타문의</a:t>
              </a:r>
            </a:p>
          </p:txBody>
        </p:sp>
      </p:grpSp>
      <p:pic>
        <p:nvPicPr>
          <p:cNvPr id="75" name="그림 74">
            <a:extLst>
              <a:ext uri="{FF2B5EF4-FFF2-40B4-BE49-F238E27FC236}">
                <a16:creationId xmlns:a16="http://schemas.microsoft.com/office/drawing/2014/main" id="{E5F11595-9ABC-C580-1519-D3521FA893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734" b="15223"/>
          <a:stretch>
            <a:fillRect/>
          </a:stretch>
        </p:blipFill>
        <p:spPr>
          <a:xfrm>
            <a:off x="6133727" y="5102749"/>
            <a:ext cx="3163253" cy="1580297"/>
          </a:xfrm>
          <a:prstGeom prst="rect">
            <a:avLst/>
          </a:prstGeom>
        </p:spPr>
      </p:pic>
      <p:sp>
        <p:nvSpPr>
          <p:cNvPr id="76" name="타원 75">
            <a:extLst>
              <a:ext uri="{FF2B5EF4-FFF2-40B4-BE49-F238E27FC236}">
                <a16:creationId xmlns:a16="http://schemas.microsoft.com/office/drawing/2014/main" id="{0E63E333-40A7-B4D3-7FF1-29CA074E3345}"/>
              </a:ext>
            </a:extLst>
          </p:cNvPr>
          <p:cNvSpPr/>
          <p:nvPr/>
        </p:nvSpPr>
        <p:spPr>
          <a:xfrm>
            <a:off x="6390347" y="5301734"/>
            <a:ext cx="190500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+mj-lt"/>
              </a:rPr>
              <a:t>7</a:t>
            </a:r>
            <a:endParaRPr lang="ko-KR" altLang="en-US" sz="1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65235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DCC71BD8FA8D34A9F459AE7FC7A800D" ma:contentTypeVersion="15" ma:contentTypeDescription="새 문서를 만듭니다." ma:contentTypeScope="" ma:versionID="749a548aa8b8720390bb8f56a1ace7ab">
  <xsd:schema xmlns:xsd="http://www.w3.org/2001/XMLSchema" xmlns:xs="http://www.w3.org/2001/XMLSchema" xmlns:p="http://schemas.microsoft.com/office/2006/metadata/properties" xmlns:ns2="65f7bd14-20ef-479f-9d36-31b77f8ca2dc" xmlns:ns3="2c0ba3d7-3df1-4fee-9830-f283e249846b" targetNamespace="http://schemas.microsoft.com/office/2006/metadata/properties" ma:root="true" ma:fieldsID="1da61f2df2e2ca5898c2ae7754c98c21" ns2:_="" ns3:_="">
    <xsd:import namespace="65f7bd14-20ef-479f-9d36-31b77f8ca2dc"/>
    <xsd:import namespace="2c0ba3d7-3df1-4fee-9830-f283e24984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_xd30c__xc77c__xc124__xba85_" minOccurs="0"/>
                <xsd:element ref="ns2:_xc81c__xc791__xb144__xb3c4_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f7bd14-20ef-479f-9d36-31b77f8ca2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이미지 태그" ma:readOnly="false" ma:fieldId="{5cf76f15-5ced-4ddc-b409-7134ff3c332f}" ma:taxonomyMulti="true" ma:sspId="0a8d30ef-3c9a-48a0-9774-a8f0771800c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d30c__xc77c__xc124__xba85_" ma:index="19" nillable="true" ma:displayName="파일 설명" ma:format="Dropdown" ma:internalName="_xd30c__xc77c__xc124__xba85_">
      <xsd:simpleType>
        <xsd:restriction base="dms:Note">
          <xsd:maxLength value="255"/>
        </xsd:restriction>
      </xsd:simpleType>
    </xsd:element>
    <xsd:element name="_xc81c__xc791__xb144__xb3c4_" ma:index="20" nillable="true" ma:displayName="제작년도" ma:default="2025년" ma:format="Dropdown" ma:internalName="_xc81c__xc791__xb144__xb3c4_">
      <xsd:simpleType>
        <xsd:union memberTypes="dms:Text">
          <xsd:simpleType>
            <xsd:restriction base="dms:Choice">
              <xsd:enumeration value="2025년"/>
              <xsd:enumeration value="2024년"/>
              <xsd:enumeration value="2026년"/>
            </xsd:restriction>
          </xsd:simpleType>
        </xsd:un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0ba3d7-3df1-4fee-9830-f283e249846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117338f-e3a8-488a-b9c2-540161cd0242}" ma:internalName="TaxCatchAll" ma:showField="CatchAllData" ma:web="2c0ba3d7-3df1-4fee-9830-f283e249846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c81c__xc791__xb144__xb3c4_ xmlns="65f7bd14-20ef-479f-9d36-31b77f8ca2dc">2025년</_xc81c__xc791__xb144__xb3c4_>
    <TaxCatchAll xmlns="2c0ba3d7-3df1-4fee-9830-f283e249846b" xsi:nil="true"/>
    <lcf76f155ced4ddcb4097134ff3c332f xmlns="65f7bd14-20ef-479f-9d36-31b77f8ca2dc">
      <Terms xmlns="http://schemas.microsoft.com/office/infopath/2007/PartnerControls"/>
    </lcf76f155ced4ddcb4097134ff3c332f>
    <_xd30c__xc77c__xc124__xba85_ xmlns="65f7bd14-20ef-479f-9d36-31b77f8ca2dc" xsi:nil="true"/>
  </documentManagement>
</p:properties>
</file>

<file path=customXml/itemProps1.xml><?xml version="1.0" encoding="utf-8"?>
<ds:datastoreItem xmlns:ds="http://schemas.openxmlformats.org/officeDocument/2006/customXml" ds:itemID="{F29EA140-0B70-4C84-BFBD-81F38940E70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704E9B0-BCA8-46E7-9D98-1F702F59630C}">
  <ds:schemaRefs>
    <ds:schemaRef ds:uri="2c0ba3d7-3df1-4fee-9830-f283e249846b"/>
    <ds:schemaRef ds:uri="65f7bd14-20ef-479f-9d36-31b77f8ca2d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5BAD8F3-29D0-4305-BEE0-AAA2E3EF38BE}">
  <ds:schemaRefs>
    <ds:schemaRef ds:uri="http://schemas.microsoft.com/office/2006/documentManagement/types"/>
    <ds:schemaRef ds:uri="http://www.w3.org/XML/1998/namespace"/>
    <ds:schemaRef ds:uri="65f7bd14-20ef-479f-9d36-31b77f8ca2dc"/>
    <ds:schemaRef ds:uri="http://purl.org/dc/dcmitype/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2c0ba3d7-3df1-4fee-9830-f283e249846b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1640</TotalTime>
  <Words>278</Words>
  <Application>Microsoft Office PowerPoint</Application>
  <PresentationFormat>와이드스크린</PresentationFormat>
  <Paragraphs>92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서원덕/플랫폼기획팀</dc:creator>
  <cp:lastModifiedBy>정석현/플랫폼기획팀</cp:lastModifiedBy>
  <cp:revision>18</cp:revision>
  <dcterms:created xsi:type="dcterms:W3CDTF">2026-03-11T10:48:58Z</dcterms:created>
  <dcterms:modified xsi:type="dcterms:W3CDTF">2026-04-21T02:11:54Z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0x0101001DCC71BD8FA8D34A9F459AE7FC7A800D</vt:lpwstr>
  </property>
  <property fmtid="{D5CDD505-2E9C-101B-9397-08002B2CF9AE}" pid="3" name="MediaServiceImageTags">
    <vt:lpwstr/>
  </property>
</Properties>
</file>