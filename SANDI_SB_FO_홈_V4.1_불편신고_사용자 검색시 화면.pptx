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403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67" userDrawn="1">
          <p15:clr>
            <a:srgbClr val="A4A3A4"/>
          </p15:clr>
        </p15:guide>
        <p15:guide id="5" pos="1912" userDrawn="1">
          <p15:clr>
            <a:srgbClr val="A4A3A4"/>
          </p15:clr>
        </p15:guide>
        <p15:guide id="6" pos="665" userDrawn="1">
          <p15:clr>
            <a:srgbClr val="A4A3A4"/>
          </p15:clr>
        </p15:guide>
        <p15:guide id="7" pos="49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1078"/>
    <a:srgbClr val="FAFAFA"/>
    <a:srgbClr val="EEF8FB"/>
    <a:srgbClr val="F5F7FA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92" y="102"/>
      </p:cViewPr>
      <p:guideLst>
        <p:guide orient="horz" pos="2183"/>
        <p:guide pos="3840"/>
        <p:guide orient="horz" pos="867"/>
        <p:guide pos="1912"/>
        <p:guide pos="665"/>
        <p:guide pos="49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479B9-E643-47FF-B828-CAE46004F58D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AD6AD4-3FC1-4AEC-A8D2-16A34924E3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745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0D89A-403E-95A1-E2B0-B49F66A80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B8393E-363B-BBF1-CB68-72351B95C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D9664D-6329-EF46-64DE-FA0AFB73F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D749A-998D-D226-D4D0-3D3158B74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D6AD4-3FC1-4AEC-A8D2-16A34924E3F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622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274688-93B4-5901-6E27-8C2B06681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7E2D355-7C4A-1972-14BB-1C343707C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30D2CE-6A8B-9F00-5637-430CC46CF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F8434F-DCF7-83EC-2AFD-79DD693A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C2FEAD-5160-EF2C-FFF3-73C036855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49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03819-C004-0F0A-C167-FD1AC0B0D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88CE0E-C754-2F37-43F5-C1B11553C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783B80-04EE-0A8C-4650-2AB5276D2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CFB135-B647-E333-744A-D7D553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ACC298-0E20-ABC5-EEB4-84AAAC89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950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7E0F7-8DFC-23D9-981A-4E6112B9A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E0A364-2D7E-3521-74FC-CB06169B2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6FDEF1-DC22-F25A-8EFD-842EB4822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8F926B-6953-DEE1-6000-C78C8512E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D29D85-FBA3-0C9B-E2CA-16B5A4466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144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E5B825-30B8-31C5-4C56-C1717BE3D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09ACBE-2179-FDCB-A64B-40A512F9F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284C41-5C0E-F795-E283-0ECDAA3BD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94ED1E-E426-2DC9-CD8A-A8AE95739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47F3C0-2D20-CBBD-F36C-C576FB13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DA0E04-178A-6D7A-4DAA-B2EF9622B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040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D80D16-7AFE-86D5-58CF-626482248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57349C-9D50-3B07-3A99-30A097B46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D9BAAE-4675-582A-8547-0298B4525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EC300A6-DE66-D3F4-83FC-F249A7060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5BE7D6-D4B7-8D2D-D3FF-CB229D2FB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AE1FEB-31B6-B38A-EBD7-A49028AE6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3F2CF03-EEAB-0509-222A-313F4978D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7F1E37-F336-70A1-FF04-D77A84D94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80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72408C-E138-C370-9A6A-A30BAF7BD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1021D16-8212-F96A-02BC-2FB37661A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3CF144-2409-60F7-F733-43EA2740E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5B89B9-2521-6317-7221-EF742414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638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AD1B12-76C2-4595-395A-7C4D53FFC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673B95-933E-39C2-6CA6-BE2E05076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2E787C-7BAA-A91E-EC8D-97FC99A4A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706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351045-97CF-2F42-0918-81BFD9790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0B771-0BC2-93E1-971A-B1802D205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89FB7E-A6FB-256A-9D14-E89443809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ECCEE2-9C6C-C046-6FBE-F44552E19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87CD45-A1B4-2F4F-4A7B-9124C0434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BD3DEA-6BE1-A8C7-F4AF-6DBE9286B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808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03FE2F-2ACF-7775-CF17-8BA2440CB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49E279-1BD2-E3B3-0629-622BE1DC02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B17116-CFD3-B791-40DD-155295856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E547B5-76D6-4E10-B0DD-BEDC3981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995B36-D96D-A3F1-CFD7-F891DB26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19BF90-6CCC-1D54-2C89-3402268F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914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C825C-E635-C1CF-302E-2899D7671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C4C3D1-C913-008F-FA2A-2784E837F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C16C20-878A-9E9F-1348-6F5F0A718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86F7EB-73EF-5082-E132-EE581D869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5E19D1-8561-0EF1-C0BA-3CBE06E2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3285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1893AF-1D1A-0262-EE69-BD08CFEA5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EEAD6F-DBC5-30C5-AF61-09F676DFB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7C135E-FE45-C3D0-4506-4973C90BE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71FCD2-1276-475D-6813-5D77BFD1E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F11BD8-DDFA-5D5C-AC45-8EEA67D3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57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F25094D-63E9-628F-5321-E7D3F7AB0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6EF49B-655E-A6F9-4F45-C95B95A6B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6B782B-AA48-44F4-C3AE-87E87A9C2C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F1A98-49E9-49A4-BF28-AAFBE94BA6DE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FC0E3F-4713-A73A-B7FB-787EC74EA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E1ED30-9A84-867C-58C9-337BC31BE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163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00B2F-E1BE-1C40-BC74-22E805127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5C58DB2-D6F4-2CE0-4EE6-175C5705E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10" t="14186" r="34324" b="13499"/>
          <a:stretch>
            <a:fillRect/>
          </a:stretch>
        </p:blipFill>
        <p:spPr>
          <a:xfrm>
            <a:off x="479361" y="1473948"/>
            <a:ext cx="2682875" cy="505679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2184404-6E46-A185-4511-B52985AD3D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53" y="1733456"/>
            <a:ext cx="2164611" cy="4692744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1DE6A3C-D786-6E6A-0CF8-0070CC0EE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651565"/>
              </p:ext>
            </p:extLst>
          </p:nvPr>
        </p:nvGraphicFramePr>
        <p:xfrm>
          <a:off x="6202637" y="250119"/>
          <a:ext cx="5733306" cy="475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7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명</a:t>
                      </a: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  <a:endParaRPr lang="ko-KR" altLang="en-US" sz="8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54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경로</a:t>
                      </a: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3BBBCFA-D2F0-B12A-A35D-C90040FAE817}"/>
              </a:ext>
            </a:extLst>
          </p:cNvPr>
          <p:cNvCxnSpPr>
            <a:cxnSpLocks/>
          </p:cNvCxnSpPr>
          <p:nvPr/>
        </p:nvCxnSpPr>
        <p:spPr>
          <a:xfrm>
            <a:off x="0" y="906657"/>
            <a:ext cx="12192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E4EF2429-1C33-93EE-B284-08EA45B4B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60" y="327259"/>
            <a:ext cx="919317" cy="283399"/>
          </a:xfrm>
          <a:prstGeom prst="rect">
            <a:avLst/>
          </a:prstGeom>
        </p:spPr>
      </p:pic>
      <p:graphicFrame>
        <p:nvGraphicFramePr>
          <p:cNvPr id="11" name="Table 222">
            <a:extLst>
              <a:ext uri="{FF2B5EF4-FFF2-40B4-BE49-F238E27FC236}">
                <a16:creationId xmlns:a16="http://schemas.microsoft.com/office/drawing/2014/main" id="{86F6CAF2-3289-96CC-F22D-11CCC9B48C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9771786"/>
              </p:ext>
            </p:extLst>
          </p:nvPr>
        </p:nvGraphicFramePr>
        <p:xfrm>
          <a:off x="6202638" y="1021203"/>
          <a:ext cx="5733305" cy="4856376"/>
        </p:xfrm>
        <a:graphic>
          <a:graphicData uri="http://schemas.openxmlformats.org/drawingml/2006/table">
            <a:tbl>
              <a:tblPr/>
              <a:tblGrid>
                <a:gridCol w="579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5702">
                  <a:extLst>
                    <a:ext uri="{9D8B030D-6E8A-4147-A177-3AD203B41FA5}">
                      <a16:colId xmlns:a16="http://schemas.microsoft.com/office/drawing/2014/main" val="3832833847"/>
                    </a:ext>
                  </a:extLst>
                </a:gridCol>
                <a:gridCol w="3182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822">
                <a:tc>
                  <a:txBody>
                    <a:bodyPr/>
                    <a:lstStyle/>
                    <a:p>
                      <a:pPr algn="ctr" defTabSz="457200"/>
                      <a:r>
                        <a:rPr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No.</a:t>
                      </a:r>
                    </a:p>
                  </a:txBody>
                  <a:tcPr marL="54000" marR="54000" marT="58500" marB="58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Component</a:t>
                      </a:r>
                    </a:p>
                  </a:txBody>
                  <a:tcPr marL="54000" marR="54000" marT="58500" marB="58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Type</a:t>
                      </a:r>
                    </a:p>
                  </a:txBody>
                  <a:tcPr marL="54000" marR="54000" marT="58500" marB="58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/>
                      <a:r>
                        <a:rPr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Descr</a:t>
                      </a:r>
                      <a:r>
                        <a:rPr lang="en-US"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i</a:t>
                      </a:r>
                      <a:r>
                        <a:rPr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ption</a:t>
                      </a:r>
                    </a:p>
                  </a:txBody>
                  <a:tcPr marL="54000" marR="54000" marT="58500" marB="58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5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1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서비스</a:t>
                      </a:r>
                      <a:r>
                        <a:rPr lang="en-US" altLang="ko-KR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검색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 err="1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검색창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텍스트 </a:t>
                      </a:r>
                      <a:r>
                        <a:rPr lang="ko-KR" altLang="en-US" sz="800" b="0" i="0" dirty="0" err="1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검색창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우측 검색 버튼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69786"/>
                  </a:ext>
                </a:extLst>
              </a:tr>
              <a:tr h="98251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검색 서비스 노출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--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Like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검색으로 일부 텍스트로 검색 가능</a:t>
                      </a:r>
                      <a:b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 -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검색 시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기타문의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’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기본 노출</a:t>
                      </a:r>
                      <a:b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   .’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기타문의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’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는 카테고리 기타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-&gt;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기타로 이동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기존의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최근 이용한 서비스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’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대신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추천 서비스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로 변경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기존의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추천 서비스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‘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삭제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(※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기타문의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/ FAQ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버튼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검색결과 </a:t>
                      </a:r>
                      <a:r>
                        <a:rPr lang="ko-KR" altLang="en-US" sz="800" b="0" i="0" kern="1200" dirty="0" err="1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없을시</a:t>
                      </a:r>
                      <a:b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  - </a:t>
                      </a: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기타문의 노출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866200"/>
                  </a:ext>
                </a:extLst>
              </a:tr>
              <a:tr h="14628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3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결과 화면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--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검색결과 없을 시</a:t>
                      </a:r>
                      <a:b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  -</a:t>
                      </a: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검색된 키워드가 없어요 노출</a:t>
                      </a:r>
                      <a:endParaRPr lang="en-US" altLang="ko-KR" sz="800" b="0" i="0" kern="1200" dirty="0">
                        <a:solidFill>
                          <a:srgbClr val="333333"/>
                        </a:solidFill>
                        <a:effectLst/>
                        <a:latin typeface="+mn-lt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검색결과 있을 시</a:t>
                      </a:r>
                      <a:b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  -2.</a:t>
                      </a: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 검색 서비스 노출 화면만 노출</a:t>
                      </a:r>
                      <a:endParaRPr lang="en-US" altLang="ko-KR" sz="800" b="0" i="0" kern="1200" dirty="0">
                        <a:solidFill>
                          <a:srgbClr val="333333"/>
                        </a:solidFill>
                        <a:effectLst/>
                        <a:latin typeface="+mn-lt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7818"/>
                  </a:ext>
                </a:extLst>
              </a:tr>
              <a:tr h="51465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4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카테고리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버튼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카테고리 전체 보기 버튼 노출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카테고리 전체 보기 버튼 </a:t>
                      </a:r>
                      <a:r>
                        <a:rPr lang="ko-KR" altLang="en-US" sz="800" b="0" i="0" dirty="0" err="1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선택시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i="0" dirty="0" err="1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바텀시트로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전체 카테고리 노출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559230"/>
                  </a:ext>
                </a:extLst>
              </a:tr>
              <a:tr h="77041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5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진행 </a:t>
                      </a:r>
                      <a:r>
                        <a:rPr lang="en-US" altLang="ko-KR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bar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--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단계표시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단계</a:t>
                      </a:r>
                      <a:br>
                        <a:rPr lang="en-US" altLang="ko-KR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 ※ </a:t>
                      </a:r>
                      <a:r>
                        <a:rPr lang="ko-KR" altLang="en-US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① 접수하기 진입 </a:t>
                      </a:r>
                      <a:r>
                        <a:rPr lang="en-US" altLang="ko-KR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-&gt; </a:t>
                      </a:r>
                      <a:r>
                        <a:rPr lang="ko-KR" altLang="en-US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② 카테고리 선택 </a:t>
                      </a:r>
                      <a:r>
                        <a:rPr lang="en-US" altLang="ko-KR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-&gt; </a:t>
                      </a:r>
                      <a:r>
                        <a:rPr lang="ko-KR" altLang="en-US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③ 정보입력 화면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555032"/>
                  </a:ext>
                </a:extLst>
              </a:tr>
              <a:tr h="3501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6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 err="1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뒤로가기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홈으로 이동</a:t>
                      </a:r>
                      <a:endParaRPr lang="en-US" altLang="ko-KR" sz="800" b="0" i="0" kern="120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15312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EE2566-EB48-8E13-5707-20E77CC3945A}"/>
              </a:ext>
            </a:extLst>
          </p:cNvPr>
          <p:cNvSpPr txBox="1"/>
          <p:nvPr/>
        </p:nvSpPr>
        <p:spPr>
          <a:xfrm>
            <a:off x="827523" y="1059498"/>
            <a:ext cx="19865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b="1" u="sng" dirty="0">
                <a:latin typeface="+mj-lt"/>
              </a:rPr>
              <a:t>화면 구성</a:t>
            </a:r>
            <a:r>
              <a:rPr lang="en-US" altLang="ko-KR" sz="1100" b="1" u="sng" dirty="0">
                <a:latin typeface="+mj-lt"/>
              </a:rPr>
              <a:t>(</a:t>
            </a:r>
            <a:r>
              <a:rPr lang="ko-KR" altLang="en-US" sz="1100" b="1" u="sng" dirty="0">
                <a:latin typeface="+mj-lt"/>
              </a:rPr>
              <a:t>검색 결과 없을 시</a:t>
            </a:r>
            <a:r>
              <a:rPr lang="en-US" altLang="ko-KR" sz="1100" b="1" u="sng" dirty="0">
                <a:latin typeface="+mj-lt"/>
              </a:rPr>
              <a:t>)</a:t>
            </a:r>
            <a:endParaRPr lang="ko-KR" altLang="en-US" sz="1100" b="1" u="sng" dirty="0">
              <a:latin typeface="+mj-lt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76E4F2D4-F4DD-4B96-9B57-C9E012AD3C15}"/>
              </a:ext>
            </a:extLst>
          </p:cNvPr>
          <p:cNvSpPr/>
          <p:nvPr/>
        </p:nvSpPr>
        <p:spPr>
          <a:xfrm>
            <a:off x="1236691" y="5969049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4</a:t>
            </a:r>
            <a:endParaRPr lang="ko-KR" altLang="en-US" sz="1000" dirty="0">
              <a:latin typeface="+mj-lt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916E2C4-91BA-3D9E-4B15-F611B53476E0}"/>
              </a:ext>
            </a:extLst>
          </p:cNvPr>
          <p:cNvSpPr/>
          <p:nvPr/>
        </p:nvSpPr>
        <p:spPr>
          <a:xfrm>
            <a:off x="1500593" y="3292591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1</a:t>
            </a:r>
            <a:endParaRPr lang="ko-KR" altLang="en-US" sz="10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2DD8AD-BEB3-04CB-4580-291D38A01054}"/>
              </a:ext>
            </a:extLst>
          </p:cNvPr>
          <p:cNvSpPr txBox="1"/>
          <p:nvPr/>
        </p:nvSpPr>
        <p:spPr>
          <a:xfrm>
            <a:off x="1236733" y="313531"/>
            <a:ext cx="1335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불편신고</a:t>
            </a:r>
            <a:r>
              <a:rPr lang="en-US" altLang="ko-KR" sz="1400" b="1" dirty="0"/>
              <a:t>-</a:t>
            </a:r>
            <a:r>
              <a:rPr lang="ko-KR" altLang="en-US" sz="1400" b="1" dirty="0"/>
              <a:t>검색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76467D6-D0EE-90FE-60E7-A6617A9F2A0B}"/>
              </a:ext>
            </a:extLst>
          </p:cNvPr>
          <p:cNvSpPr/>
          <p:nvPr/>
        </p:nvSpPr>
        <p:spPr>
          <a:xfrm>
            <a:off x="1711931" y="3813185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2</a:t>
            </a:r>
            <a:endParaRPr lang="ko-KR" altLang="en-US" sz="1000" dirty="0">
              <a:latin typeface="+mj-lt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353E42B0-460B-2F50-266A-25DE02160C91}"/>
              </a:ext>
            </a:extLst>
          </p:cNvPr>
          <p:cNvSpPr/>
          <p:nvPr/>
        </p:nvSpPr>
        <p:spPr>
          <a:xfrm>
            <a:off x="2120487" y="4768432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3</a:t>
            </a:r>
            <a:endParaRPr lang="ko-KR" altLang="en-US" sz="1000" dirty="0">
              <a:latin typeface="+mj-lt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3CADD17-1F02-410B-B0F4-B62BD8EABBE4}"/>
              </a:ext>
            </a:extLst>
          </p:cNvPr>
          <p:cNvSpPr/>
          <p:nvPr/>
        </p:nvSpPr>
        <p:spPr>
          <a:xfrm>
            <a:off x="715718" y="5492234"/>
            <a:ext cx="2256082" cy="40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D8E1A4B-1BA4-977B-D36A-EF94D01B9B28}"/>
              </a:ext>
            </a:extLst>
          </p:cNvPr>
          <p:cNvSpPr txBox="1"/>
          <p:nvPr/>
        </p:nvSpPr>
        <p:spPr>
          <a:xfrm>
            <a:off x="3263805" y="626859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기존요소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F96C96-1D46-B2C5-1698-2DD50F788CAB}"/>
              </a:ext>
            </a:extLst>
          </p:cNvPr>
          <p:cNvSpPr txBox="1"/>
          <p:nvPr/>
        </p:nvSpPr>
        <p:spPr>
          <a:xfrm>
            <a:off x="4009946" y="626859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rgbClr val="FF0000"/>
                </a:solidFill>
              </a:rPr>
              <a:t>변경요소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64F8F35-B048-B701-B10F-2B72A53782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10" t="14186" r="34324" b="13499"/>
          <a:stretch>
            <a:fillRect/>
          </a:stretch>
        </p:blipFill>
        <p:spPr>
          <a:xfrm>
            <a:off x="3306544" y="1473948"/>
            <a:ext cx="2682875" cy="505679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C80F180-2A24-D0DC-38EC-19C26D9950E8}"/>
              </a:ext>
            </a:extLst>
          </p:cNvPr>
          <p:cNvSpPr txBox="1"/>
          <p:nvPr/>
        </p:nvSpPr>
        <p:spPr>
          <a:xfrm>
            <a:off x="3654706" y="1059498"/>
            <a:ext cx="19865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b="1" u="sng" dirty="0">
                <a:latin typeface="+mj-lt"/>
              </a:rPr>
              <a:t>화면 구성</a:t>
            </a:r>
            <a:r>
              <a:rPr lang="en-US" altLang="ko-KR" sz="1100" b="1" u="sng" dirty="0">
                <a:latin typeface="+mj-lt"/>
              </a:rPr>
              <a:t>(</a:t>
            </a:r>
            <a:r>
              <a:rPr lang="ko-KR" altLang="en-US" sz="1100" b="1" u="sng" dirty="0">
                <a:latin typeface="+mj-lt"/>
              </a:rPr>
              <a:t>검색 결과 있을 시</a:t>
            </a:r>
            <a:r>
              <a:rPr lang="en-US" altLang="ko-KR" sz="1100" b="1" u="sng" dirty="0">
                <a:latin typeface="+mj-lt"/>
              </a:rPr>
              <a:t>)</a:t>
            </a:r>
            <a:endParaRPr lang="ko-KR" altLang="en-US" sz="1100" b="1" u="sng" dirty="0">
              <a:latin typeface="+mj-lt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63A6234-F04F-6796-0DF8-929CD23E26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675" y="1733456"/>
            <a:ext cx="2164611" cy="4692923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98ACFA-36BD-C484-E492-C1C4CD89844E}"/>
              </a:ext>
            </a:extLst>
          </p:cNvPr>
          <p:cNvSpPr/>
          <p:nvPr/>
        </p:nvSpPr>
        <p:spPr>
          <a:xfrm>
            <a:off x="3519939" y="4419215"/>
            <a:ext cx="2256082" cy="1473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AEF56A0-B49A-A817-7819-6E8F89D3DD22}"/>
              </a:ext>
            </a:extLst>
          </p:cNvPr>
          <p:cNvSpPr/>
          <p:nvPr/>
        </p:nvSpPr>
        <p:spPr>
          <a:xfrm>
            <a:off x="715718" y="4287330"/>
            <a:ext cx="2256082" cy="40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17E761-4067-A1CF-E967-F897BC25CD15}"/>
              </a:ext>
            </a:extLst>
          </p:cNvPr>
          <p:cNvSpPr/>
          <p:nvPr/>
        </p:nvSpPr>
        <p:spPr>
          <a:xfrm>
            <a:off x="715718" y="3813185"/>
            <a:ext cx="782994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추천서비스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0E0320B-886D-22D7-6D40-D8C2D47CEADC}"/>
              </a:ext>
            </a:extLst>
          </p:cNvPr>
          <p:cNvSpPr/>
          <p:nvPr/>
        </p:nvSpPr>
        <p:spPr>
          <a:xfrm>
            <a:off x="715717" y="4050257"/>
            <a:ext cx="1232448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64AF8CC-A2E6-CA3F-384E-00243DFC85CC}"/>
              </a:ext>
            </a:extLst>
          </p:cNvPr>
          <p:cNvSpPr/>
          <p:nvPr/>
        </p:nvSpPr>
        <p:spPr>
          <a:xfrm>
            <a:off x="3570508" y="3813185"/>
            <a:ext cx="782994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추천서비스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4D675BF-03AD-A2D0-8529-230C9DCC4A30}"/>
              </a:ext>
            </a:extLst>
          </p:cNvPr>
          <p:cNvSpPr/>
          <p:nvPr/>
        </p:nvSpPr>
        <p:spPr>
          <a:xfrm>
            <a:off x="4324708" y="3813185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2</a:t>
            </a:r>
            <a:endParaRPr lang="ko-KR" altLang="en-US" sz="1000" dirty="0">
              <a:latin typeface="+mj-lt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BBD8E22-505A-DF59-3416-089DC035BA92}"/>
              </a:ext>
            </a:extLst>
          </p:cNvPr>
          <p:cNvSpPr/>
          <p:nvPr/>
        </p:nvSpPr>
        <p:spPr>
          <a:xfrm>
            <a:off x="840983" y="4020659"/>
            <a:ext cx="802994" cy="17989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기타문의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147AF22-39E3-7F20-70D5-D2503B745AE7}"/>
              </a:ext>
            </a:extLst>
          </p:cNvPr>
          <p:cNvSpPr/>
          <p:nvPr/>
        </p:nvSpPr>
        <p:spPr>
          <a:xfrm>
            <a:off x="3657991" y="4287330"/>
            <a:ext cx="802994" cy="17989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기타문의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741E080-BC73-BF6A-6FD1-3B26AF7BF25D}"/>
              </a:ext>
            </a:extLst>
          </p:cNvPr>
          <p:cNvSpPr/>
          <p:nvPr/>
        </p:nvSpPr>
        <p:spPr>
          <a:xfrm>
            <a:off x="2640284" y="2475420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5</a:t>
            </a:r>
            <a:endParaRPr lang="ko-KR" altLang="en-US" sz="1000" dirty="0">
              <a:latin typeface="+mj-lt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ADC9D4F-C727-808C-68A0-4BFF1A0474D1}"/>
              </a:ext>
            </a:extLst>
          </p:cNvPr>
          <p:cNvSpPr/>
          <p:nvPr/>
        </p:nvSpPr>
        <p:spPr>
          <a:xfrm>
            <a:off x="3519939" y="2352359"/>
            <a:ext cx="2256082" cy="173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69969AC-5DF4-063C-895B-AE4E171EAF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5675" y="2332499"/>
            <a:ext cx="782994" cy="291540"/>
          </a:xfrm>
          <a:prstGeom prst="rect">
            <a:avLst/>
          </a:prstGeom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171803A9-2CC8-0C13-A25A-C245B666FAD5}"/>
              </a:ext>
            </a:extLst>
          </p:cNvPr>
          <p:cNvSpPr/>
          <p:nvPr/>
        </p:nvSpPr>
        <p:spPr>
          <a:xfrm>
            <a:off x="4381445" y="2475420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5</a:t>
            </a:r>
            <a:endParaRPr lang="ko-KR" altLang="en-US" sz="1000" dirty="0">
              <a:latin typeface="+mj-lt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E8E4DFD-3992-9D26-D3B6-1D68B153E52D}"/>
              </a:ext>
            </a:extLst>
          </p:cNvPr>
          <p:cNvSpPr/>
          <p:nvPr/>
        </p:nvSpPr>
        <p:spPr>
          <a:xfrm>
            <a:off x="3486095" y="2065845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5</a:t>
            </a:r>
            <a:endParaRPr lang="ko-KR" altLang="en-US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65235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c81c__xc791__xb144__xb3c4_ xmlns="65f7bd14-20ef-479f-9d36-31b77f8ca2dc">2025년</_xc81c__xc791__xb144__xb3c4_>
    <TaxCatchAll xmlns="2c0ba3d7-3df1-4fee-9830-f283e249846b" xsi:nil="true"/>
    <lcf76f155ced4ddcb4097134ff3c332f xmlns="65f7bd14-20ef-479f-9d36-31b77f8ca2dc">
      <Terms xmlns="http://schemas.microsoft.com/office/infopath/2007/PartnerControls"/>
    </lcf76f155ced4ddcb4097134ff3c332f>
    <_xd30c__xc77c__xc124__xba85_ xmlns="65f7bd14-20ef-479f-9d36-31b77f8ca2d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DCC71BD8FA8D34A9F459AE7FC7A800D" ma:contentTypeVersion="15" ma:contentTypeDescription="새 문서를 만듭니다." ma:contentTypeScope="" ma:versionID="749a548aa8b8720390bb8f56a1ace7ab">
  <xsd:schema xmlns:xsd="http://www.w3.org/2001/XMLSchema" xmlns:xs="http://www.w3.org/2001/XMLSchema" xmlns:p="http://schemas.microsoft.com/office/2006/metadata/properties" xmlns:ns2="65f7bd14-20ef-479f-9d36-31b77f8ca2dc" xmlns:ns3="2c0ba3d7-3df1-4fee-9830-f283e249846b" targetNamespace="http://schemas.microsoft.com/office/2006/metadata/properties" ma:root="true" ma:fieldsID="1da61f2df2e2ca5898c2ae7754c98c21" ns2:_="" ns3:_="">
    <xsd:import namespace="65f7bd14-20ef-479f-9d36-31b77f8ca2dc"/>
    <xsd:import namespace="2c0ba3d7-3df1-4fee-9830-f283e24984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_xd30c__xc77c__xc124__xba85_" minOccurs="0"/>
                <xsd:element ref="ns2:_xc81c__xc791__xb144__xb3c4_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f7bd14-20ef-479f-9d36-31b77f8ca2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이미지 태그" ma:readOnly="false" ma:fieldId="{5cf76f15-5ced-4ddc-b409-7134ff3c332f}" ma:taxonomyMulti="true" ma:sspId="0a8d30ef-3c9a-48a0-9774-a8f0771800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d30c__xc77c__xc124__xba85_" ma:index="19" nillable="true" ma:displayName="파일 설명" ma:format="Dropdown" ma:internalName="_xd30c__xc77c__xc124__xba85_">
      <xsd:simpleType>
        <xsd:restriction base="dms:Note">
          <xsd:maxLength value="255"/>
        </xsd:restriction>
      </xsd:simpleType>
    </xsd:element>
    <xsd:element name="_xc81c__xc791__xb144__xb3c4_" ma:index="20" nillable="true" ma:displayName="제작년도" ma:default="2025년" ma:format="Dropdown" ma:internalName="_xc81c__xc791__xb144__xb3c4_">
      <xsd:simpleType>
        <xsd:union memberTypes="dms:Text">
          <xsd:simpleType>
            <xsd:restriction base="dms:Choice">
              <xsd:enumeration value="2025년"/>
              <xsd:enumeration value="2024년"/>
              <xsd:enumeration value="2026년"/>
            </xsd:restriction>
          </xsd:simpleType>
        </xsd:un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0ba3d7-3df1-4fee-9830-f283e249846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5117338f-e3a8-488a-b9c2-540161cd0242}" ma:internalName="TaxCatchAll" ma:showField="CatchAllData" ma:web="2c0ba3d7-3df1-4fee-9830-f283e24984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9EA140-0B70-4C84-BFBD-81F38940E7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BAD8F3-29D0-4305-BEE0-AAA2E3EF38BE}">
  <ds:schemaRefs>
    <ds:schemaRef ds:uri="http://schemas.microsoft.com/office/2006/documentManagement/types"/>
    <ds:schemaRef ds:uri="http://www.w3.org/XML/1998/namespace"/>
    <ds:schemaRef ds:uri="65f7bd14-20ef-479f-9d36-31b77f8ca2dc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2c0ba3d7-3df1-4fee-9830-f283e249846b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704E9B0-BCA8-46E7-9D98-1F702F59630C}">
  <ds:schemaRefs>
    <ds:schemaRef ds:uri="2c0ba3d7-3df1-4fee-9830-f283e249846b"/>
    <ds:schemaRef ds:uri="65f7bd14-20ef-479f-9d36-31b77f8ca2d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1467</TotalTime>
  <Words>190</Words>
  <Application>Microsoft Office PowerPoint</Application>
  <PresentationFormat>와이드스크린</PresentationFormat>
  <Paragraphs>55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서원덕/플랫폼기획팀</dc:creator>
  <cp:lastModifiedBy>정석현/플랫폼기획팀</cp:lastModifiedBy>
  <cp:revision>15</cp:revision>
  <dcterms:created xsi:type="dcterms:W3CDTF">2026-03-11T10:48:58Z</dcterms:created>
  <dcterms:modified xsi:type="dcterms:W3CDTF">2026-04-20T10:47:45Z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0x0101001DCC71BD8FA8D34A9F459AE7FC7A800D</vt:lpwstr>
  </property>
  <property fmtid="{D5CDD505-2E9C-101B-9397-08002B2CF9AE}" pid="3" name="MediaServiceImageTags">
    <vt:lpwstr/>
  </property>
</Properties>
</file>